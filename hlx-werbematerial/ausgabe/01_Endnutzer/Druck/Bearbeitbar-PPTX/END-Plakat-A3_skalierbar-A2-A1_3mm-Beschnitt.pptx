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notesMasterIdLst>
    <p:notesMasterId r:id="rId3"/>
  </p:notesMasterIdLst>
  <p:sldSz cx="10906125" cy="15335250"/>
  <p:notesSz cx="15335250" cy="10906125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notesMaster" Target="notesMasters/notesMaster1.xml"/><Relationship Id="rId4" Type="http://schemas.openxmlformats.org/officeDocument/2006/relationships/presProps" Target="presProps.xml"/><Relationship Id="rId5" Type="http://schemas.openxmlformats.org/officeDocument/2006/relationships/viewProps" Target="viewProps.xml"/><Relationship Id="rId6" Type="http://schemas.openxmlformats.org/officeDocument/2006/relationships/theme" Target="theme/theme1.xml"/><Relationship Id="rId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user/healthleticx-website-redesign-/hlx-werbematerial/.build/END-Plakat-A3_skalierbar-A2-A1_3mm-Beschnitt_bg0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0906125" cy="1533525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755898" y="2186136"/>
            <a:ext cx="9070896" cy="17747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6400" b="1" spc="-60" kern="0" dirty="0">
                <a:solidFill>
                  <a:srgbClr val="EEF3EE"/>
                </a:solidFill>
                <a:latin typeface="Archivo Black" pitchFamily="34" charset="0"/>
                <a:ea typeface="Archivo Black" pitchFamily="34" charset="-122"/>
                <a:cs typeface="Archivo Black" pitchFamily="34" charset="-120"/>
              </a:rPr>
              <a:t>Gesund leben.</a:t>
            </a:r>
            <a:endParaRPr lang="en-US" sz="6400" dirty="0"/>
          </a:p>
          <a:p>
            <a:pPr algn="l" indent="0" marL="0">
              <a:lnSpc>
                <a:spcPct val="100000"/>
              </a:lnSpc>
              <a:buNone/>
            </a:pPr>
            <a:r>
              <a:rPr lang="en-US" sz="6400" b="1" spc="-60" kern="0" dirty="0">
                <a:solidFill>
                  <a:srgbClr val="FFFF00"/>
                </a:solidFill>
                <a:latin typeface="Archivo Black" pitchFamily="34" charset="0"/>
                <a:ea typeface="Archivo Black" pitchFamily="34" charset="-122"/>
                <a:cs typeface="Archivo Black" pitchFamily="34" charset="-120"/>
              </a:rPr>
              <a:t>Ohne Verzicht.</a:t>
            </a:r>
            <a:endParaRPr lang="en-US" sz="6400" dirty="0"/>
          </a:p>
        </p:txBody>
      </p:sp>
      <p:sp>
        <p:nvSpPr>
          <p:cNvPr id="4" name="Text 1"/>
          <p:cNvSpPr/>
          <p:nvPr/>
        </p:nvSpPr>
        <p:spPr>
          <a:xfrm>
            <a:off x="755898" y="4202311"/>
            <a:ext cx="7444978" cy="7314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35000"/>
              </a:lnSpc>
              <a:buNone/>
            </a:pPr>
            <a:r>
              <a:rPr lang="en-US" sz="2100" dirty="0">
                <a:solidFill>
                  <a:srgbClr val="A9C2BA"/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Training, Ernährung und Routinen in einer App: </a:t>
            </a:r>
            <a:pPr algn="l" indent="0" marL="0">
              <a:lnSpc>
                <a:spcPct val="135000"/>
              </a:lnSpc>
              <a:buNone/>
            </a:pPr>
            <a:r>
              <a:rPr lang="en-US" sz="2100" b="1" dirty="0">
                <a:solidFill>
                  <a:srgbClr val="EEF3EE"/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HLX Together</a:t>
            </a:r>
            <a:pPr algn="l" indent="0" marL="0">
              <a:lnSpc>
                <a:spcPct val="135000"/>
              </a:lnSpc>
              <a:buNone/>
            </a:pPr>
            <a:r>
              <a:rPr lang="en-US" sz="2100" dirty="0">
                <a:solidFill>
                  <a:srgbClr val="A9C2BA"/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.</a:t>
            </a:r>
            <a:endParaRPr lang="en-US" sz="2100" dirty="0"/>
          </a:p>
        </p:txBody>
      </p:sp>
      <p:sp>
        <p:nvSpPr>
          <p:cNvPr id="5" name="Text 2"/>
          <p:cNvSpPr/>
          <p:nvPr/>
        </p:nvSpPr>
        <p:spPr>
          <a:xfrm>
            <a:off x="7619390" y="13273088"/>
            <a:ext cx="2473107" cy="93970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2200" b="1" spc="-20" kern="0" dirty="0">
                <a:solidFill>
                  <a:srgbClr val="EEF3EE"/>
                </a:solidFill>
                <a:latin typeface="Archivo Black" pitchFamily="34" charset="0"/>
                <a:ea typeface="Archivo Black" pitchFamily="34" charset="-122"/>
                <a:cs typeface="Archivo Black" pitchFamily="34" charset="-120"/>
              </a:rPr>
              <a:t>Scannen &amp;</a:t>
            </a:r>
            <a:endParaRPr lang="en-US" sz="2200" dirty="0"/>
          </a:p>
          <a:p>
            <a:pPr algn="ctr" indent="0" marL="0">
              <a:lnSpc>
                <a:spcPct val="100000"/>
              </a:lnSpc>
              <a:buNone/>
            </a:pPr>
            <a:r>
              <a:rPr lang="en-US" sz="2200" b="1" spc="-20" kern="0" dirty="0">
                <a:solidFill>
                  <a:srgbClr val="FFFF00"/>
                </a:solidFill>
                <a:latin typeface="Archivo Black" pitchFamily="34" charset="0"/>
                <a:ea typeface="Archivo Black" pitchFamily="34" charset="-122"/>
                <a:cs typeface="Archivo Black" pitchFamily="34" charset="-120"/>
              </a:rPr>
              <a:t>kostenlos starten.</a:t>
            </a:r>
            <a:endParaRPr lang="en-US" sz="2200" dirty="0"/>
          </a:p>
        </p:txBody>
      </p:sp>
      <p:sp>
        <p:nvSpPr>
          <p:cNvPr id="6" name="Text 3"/>
          <p:cNvSpPr/>
          <p:nvPr/>
        </p:nvSpPr>
        <p:spPr>
          <a:xfrm>
            <a:off x="8205356" y="14310122"/>
            <a:ext cx="1301175" cy="23812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A9C2BA"/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@healthleticx</a:t>
            </a:r>
            <a:endParaRPr lang="en-US" sz="1200" dirty="0"/>
          </a:p>
        </p:txBody>
      </p:sp>
      <p:sp>
        <p:nvSpPr>
          <p:cNvPr id="7" name="Text 4"/>
          <p:cNvSpPr/>
          <p:nvPr/>
        </p:nvSpPr>
        <p:spPr>
          <a:xfrm>
            <a:off x="863947" y="14907220"/>
            <a:ext cx="3067824" cy="1809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800" spc="50" kern="0" dirty="0">
                <a:solidFill>
                  <a:srgbClr val="A9C2BA"/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HLX-END-P01 · healthleticx · Healthy &amp; Athletic</a:t>
            </a:r>
            <a:endParaRPr lang="en-US" sz="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4" baseType="lpstr">
      <vt:lpstr>Arial</vt:lpstr>
      <vt:lpstr>Calibri</vt:lpstr>
      <vt:lpstr>Office Theme</vt:lpstr>
      <vt:lpstr>Slide 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END-Plakat-A3_skalierbar-A2-A1_3mm-Beschnitt</dc:title>
  <dc:subject>PptxGenJS Presentation</dc:subject>
  <dc:creator>healthleticx</dc:creator>
  <cp:lastModifiedBy>healthleticx</cp:lastModifiedBy>
  <cp:revision>1</cp:revision>
  <dcterms:created xsi:type="dcterms:W3CDTF">2026-10-22T10:45:26Z</dcterms:created>
  <dcterms:modified xsi:type="dcterms:W3CDTF">2026-10-22T10:45:26Z</dcterms:modified>
</cp:coreProperties>
</file>