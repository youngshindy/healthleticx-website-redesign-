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4000500" cy="5543550"/>
  <p:notesSz cx="5543550" cy="4000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Postkarte-A6_beidseitig_3mm-Beschnitt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00500" cy="554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999" y="909489"/>
            <a:ext cx="3254812" cy="736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 Plan.</a:t>
            </a:r>
            <a:endParaRPr lang="en-US" sz="2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5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Immer dabei.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Postkarte-A6_beidseitig_3mm-Beschnitt_b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00500" cy="554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999" y="323999"/>
            <a:ext cx="126992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0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323999" y="560784"/>
            <a:ext cx="3400365" cy="530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Training, Ernährung,</a:t>
            </a:r>
            <a:endParaRPr lang="en-US" sz="1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Routinen. </a:t>
            </a:r>
            <a:pPr algn="l" indent="0" marL="0">
              <a:lnSpc>
                <a:spcPct val="100000"/>
              </a:lnSpc>
              <a:buNone/>
            </a:pPr>
            <a:r>
              <a:rPr lang="en-US" sz="17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Eine App.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37890" y="1162794"/>
            <a:ext cx="762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Training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737890" y="1277094"/>
            <a:ext cx="222129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6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Vorlagen oder frei eintragen, Fortschritt sehen.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737890" y="1573113"/>
            <a:ext cx="93327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Ernährung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737890" y="1687413"/>
            <a:ext cx="17626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6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Kalorien und Makros, ohne Verbote.</a:t>
            </a:r>
            <a:endParaRPr lang="en-US" sz="660" dirty="0"/>
          </a:p>
        </p:txBody>
      </p:sp>
      <p:sp>
        <p:nvSpPr>
          <p:cNvPr id="9" name="Text 6"/>
          <p:cNvSpPr/>
          <p:nvPr/>
        </p:nvSpPr>
        <p:spPr>
          <a:xfrm>
            <a:off x="737890" y="1983432"/>
            <a:ext cx="16865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Rezepte &amp; Meal Prep</a:t>
            </a:r>
            <a:endParaRPr lang="en-US" sz="820" dirty="0"/>
          </a:p>
        </p:txBody>
      </p:sp>
      <p:sp>
        <p:nvSpPr>
          <p:cNvPr id="10" name="Text 7"/>
          <p:cNvSpPr/>
          <p:nvPr/>
        </p:nvSpPr>
        <p:spPr>
          <a:xfrm>
            <a:off x="737890" y="2097732"/>
            <a:ext cx="15376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6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KI-Meal-Plan mit Einkaufsliste.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737890" y="2393752"/>
            <a:ext cx="19416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Schlaf, Gewicht, Streaks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737890" y="2508052"/>
            <a:ext cx="11490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6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Routinen, die bleiben.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1439912" y="4489103"/>
            <a:ext cx="242774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-1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Scannen &amp;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b="1" spc="-1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kostenlos starten.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39912" y="4900613"/>
            <a:ext cx="8846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@healthleticx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166467" y="5286821"/>
            <a:ext cx="883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HLX-END-K01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END-Postkarte-A6_beidseitig_3mm-Beschnitt</dc:title>
  <dc:subject>PptxGenJS Presentation</dc:subject>
  <dc:creator>healthleticx</dc:creator>
  <cp:lastModifiedBy>healthleticx</cp:lastModifiedBy>
  <cp:revision>1</cp:revision>
  <dcterms:created xsi:type="dcterms:W3CDTF">2026-10-22T10:45:21Z</dcterms:created>
  <dcterms:modified xsi:type="dcterms:W3CDTF">2026-10-22T10:45:21Z</dcterms:modified>
</cp:coreProperties>
</file>