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5543550" cy="7772400"/>
  <p:notesSz cx="7772400" cy="55435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Flyer-A5_beidseitig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4355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999" y="1252389"/>
            <a:ext cx="1485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23999" y="1501080"/>
            <a:ext cx="5740658" cy="11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-4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Gesund leben.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spc="-4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Verzicht.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23999" y="2744539"/>
            <a:ext cx="4357271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 und Routinen in einer App. Für jedes Level, im Studio, zu Hause oder draußen.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Flyer-A5_beidseitig_3mm-Beschnitt_b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4355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999" y="304949"/>
            <a:ext cx="543812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Alles, was du brauchst.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4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 einer App.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7823" y="1383506"/>
            <a:ext cx="111900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3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</a:t>
            </a:r>
            <a:endParaRPr lang="en-US" sz="1330" dirty="0"/>
          </a:p>
        </p:txBody>
      </p:sp>
      <p:sp>
        <p:nvSpPr>
          <p:cNvPr id="5" name="Text 2"/>
          <p:cNvSpPr/>
          <p:nvPr/>
        </p:nvSpPr>
        <p:spPr>
          <a:xfrm>
            <a:off x="917823" y="1593056"/>
            <a:ext cx="34926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7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 oder frei eintragen, Fortschritt sehen.</a:t>
            </a:r>
            <a:endParaRPr lang="en-US" sz="1070" dirty="0"/>
          </a:p>
        </p:txBody>
      </p:sp>
      <p:sp>
        <p:nvSpPr>
          <p:cNvPr id="6" name="Text 3"/>
          <p:cNvSpPr/>
          <p:nvPr/>
        </p:nvSpPr>
        <p:spPr>
          <a:xfrm>
            <a:off x="917823" y="2103388"/>
            <a:ext cx="13974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3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Ernährung</a:t>
            </a:r>
            <a:endParaRPr lang="en-US" sz="1330" dirty="0"/>
          </a:p>
        </p:txBody>
      </p:sp>
      <p:sp>
        <p:nvSpPr>
          <p:cNvPr id="7" name="Text 4"/>
          <p:cNvSpPr/>
          <p:nvPr/>
        </p:nvSpPr>
        <p:spPr>
          <a:xfrm>
            <a:off x="917823" y="2312938"/>
            <a:ext cx="274689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7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Makros, ohne Verbote.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917823" y="2823270"/>
            <a:ext cx="262169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3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Rezepte &amp; Meal Prep</a:t>
            </a:r>
            <a:endParaRPr lang="en-US" sz="1330" dirty="0"/>
          </a:p>
        </p:txBody>
      </p:sp>
      <p:sp>
        <p:nvSpPr>
          <p:cNvPr id="9" name="Text 6"/>
          <p:cNvSpPr/>
          <p:nvPr/>
        </p:nvSpPr>
        <p:spPr>
          <a:xfrm>
            <a:off x="917823" y="3032820"/>
            <a:ext cx="238113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7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 mit Einkaufsliste.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917823" y="3543151"/>
            <a:ext cx="30358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3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Schlaf, Gewicht, Streaks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917823" y="3752701"/>
            <a:ext cx="174908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7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Routinen, die bleiben.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2015877" y="5858173"/>
            <a:ext cx="3632002" cy="606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015877" y="6493222"/>
            <a:ext cx="231094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3999" y="7318623"/>
            <a:ext cx="10236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3730" y="7318623"/>
            <a:ext cx="207002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 · Healthy &amp; Athletic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46712" y="7500789"/>
            <a:ext cx="878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HLX-END-F01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END-Flyer-A5_beidseitig_3mm-Beschnitt</dc:title>
  <dc:subject>PptxGenJS Presentation</dc:subject>
  <dc:creator>healthleticx</dc:creator>
  <cp:lastModifiedBy>healthleticx</cp:lastModifiedBy>
  <cp:revision>1</cp:revision>
  <dcterms:created xsi:type="dcterms:W3CDTF">2026-10-22T10:45:19Z</dcterms:created>
  <dcterms:modified xsi:type="dcterms:W3CDTF">2026-10-22T10:45:19Z</dcterms:modified>
</cp:coreProperties>
</file>