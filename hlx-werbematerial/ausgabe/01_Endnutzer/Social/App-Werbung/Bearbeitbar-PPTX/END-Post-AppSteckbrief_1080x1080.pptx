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Post-AppSteckbrief_1080x108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97092" y="762000"/>
            <a:ext cx="39154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25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85800" y="1581150"/>
            <a:ext cx="9268599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HLX Together</a:t>
            </a:r>
            <a:endParaRPr lang="en-US" sz="6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3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auf einen Blick.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981075" y="4743450"/>
            <a:ext cx="187178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Training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81075" y="5181600"/>
            <a:ext cx="253257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Vorlagen, Log, Puls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016276" y="4743450"/>
            <a:ext cx="2375952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Ernährung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016276" y="5181600"/>
            <a:ext cx="267759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Kalorien und Makros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051625" y="4743450"/>
            <a:ext cx="194304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Rezepte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051625" y="5181600"/>
            <a:ext cx="28206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KI-Meal-Plan, Einkauf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1075" y="6880771"/>
            <a:ext cx="153549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Schlaf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81075" y="7318921"/>
            <a:ext cx="231165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Erholung im Blick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016276" y="6880771"/>
            <a:ext cx="195714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Gewicht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016276" y="7318921"/>
            <a:ext cx="222789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Verlauf statt Zahl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051625" y="6880771"/>
            <a:ext cx="181873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Streaks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051625" y="7318921"/>
            <a:ext cx="28270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Dranbleiben mit Spaß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" y="9401175"/>
            <a:ext cx="464516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willst.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915275" y="9401175"/>
            <a:ext cx="221361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@healthleticx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END-Post-AppSteckbrief_1080x1080</dc:title>
  <dc:subject>PptxGenJS Presentation</dc:subject>
  <dc:creator>healthleticx</dc:creator>
  <cp:lastModifiedBy>healthleticx</cp:lastModifiedBy>
  <cp:revision>1</cp:revision>
  <dcterms:created xsi:type="dcterms:W3CDTF">2026-10-22T10:45:28Z</dcterms:created>
  <dcterms:modified xsi:type="dcterms:W3CDTF">2026-10-22T10:45:28Z</dcterms:modified>
</cp:coreProperties>
</file>