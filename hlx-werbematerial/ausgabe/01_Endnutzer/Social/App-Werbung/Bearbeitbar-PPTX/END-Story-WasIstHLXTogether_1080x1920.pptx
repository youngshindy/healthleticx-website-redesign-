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END-Story-WasIstHLXTogether_1080x1920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25744" y="3524250"/>
            <a:ext cx="6235363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50" b="1" spc="32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DIE APP VON HEALTHLETICX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288384" y="4057650"/>
            <a:ext cx="9710083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0" b="1" spc="-7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Was ist</a:t>
            </a:r>
            <a:endParaRPr lang="en-US" sz="6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900" b="1" spc="-7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HLX Together?</a:t>
            </a:r>
            <a:endParaRPr lang="en-US" sz="6900" dirty="0"/>
          </a:p>
        </p:txBody>
      </p:sp>
      <p:sp>
        <p:nvSpPr>
          <p:cNvPr id="5" name="Text 2"/>
          <p:cNvSpPr/>
          <p:nvPr/>
        </p:nvSpPr>
        <p:spPr>
          <a:xfrm>
            <a:off x="2065883" y="10117485"/>
            <a:ext cx="5988546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Training loggen, mit Vorlagen</a:t>
            </a:r>
            <a:endParaRPr lang="en-US" sz="2850" dirty="0"/>
          </a:p>
        </p:txBody>
      </p:sp>
      <p:sp>
        <p:nvSpPr>
          <p:cNvPr id="6" name="Text 3"/>
          <p:cNvSpPr/>
          <p:nvPr/>
        </p:nvSpPr>
        <p:spPr>
          <a:xfrm>
            <a:off x="2065883" y="10784235"/>
            <a:ext cx="5852279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Kalorien und Makros tracken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2065883" y="11450985"/>
            <a:ext cx="5342751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Rezepte und KI-Meal-Plan</a:t>
            </a:r>
            <a:endParaRPr lang="en-US" sz="2850" dirty="0"/>
          </a:p>
        </p:txBody>
      </p:sp>
      <p:sp>
        <p:nvSpPr>
          <p:cNvPr id="8" name="Text 5"/>
          <p:cNvSpPr/>
          <p:nvPr/>
        </p:nvSpPr>
        <p:spPr>
          <a:xfrm>
            <a:off x="2065883" y="12117735"/>
            <a:ext cx="5770126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Schlaf, Gewicht und Streaks</a:t>
            </a:r>
            <a:endParaRPr lang="en-US" sz="2850" dirty="0"/>
          </a:p>
        </p:txBody>
      </p:sp>
      <p:sp>
        <p:nvSpPr>
          <p:cNvPr id="9" name="Text 6"/>
          <p:cNvSpPr/>
          <p:nvPr/>
        </p:nvSpPr>
        <p:spPr>
          <a:xfrm>
            <a:off x="2065883" y="12784485"/>
            <a:ext cx="6074985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Für jedes Level, ohne Verbote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3414861" y="14554200"/>
            <a:ext cx="4339233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Kostenlos starten</a:t>
            </a:r>
            <a:endParaRPr lang="en-US" sz="3150" dirty="0"/>
          </a:p>
        </p:txBody>
      </p:sp>
      <p:sp>
        <p:nvSpPr>
          <p:cNvPr id="11" name="Text 8"/>
          <p:cNvSpPr/>
          <p:nvPr/>
        </p:nvSpPr>
        <p:spPr>
          <a:xfrm>
            <a:off x="2189708" y="15468600"/>
            <a:ext cx="727942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Premium, wenn du mehr willst · @healthleticx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END-Story-WasIstHLXTogether_1080x1920</dc:title>
  <dc:subject>PptxGenJS Presentation</dc:subject>
  <dc:creator>healthleticx</dc:creator>
  <cp:lastModifiedBy>healthleticx</cp:lastModifiedBy>
  <cp:revision>1</cp:revision>
  <dcterms:created xsi:type="dcterms:W3CDTF">2026-10-22T10:45:27Z</dcterms:created>
  <dcterms:modified xsi:type="dcterms:W3CDTF">2026-10-22T10:45:27Z</dcterms:modified>
</cp:coreProperties>
</file>