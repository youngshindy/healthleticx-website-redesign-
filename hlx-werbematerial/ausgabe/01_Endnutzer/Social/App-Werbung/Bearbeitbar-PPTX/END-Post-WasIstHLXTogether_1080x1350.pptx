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ost-WasIstHLXTogether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583245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DIE APP VON HEALTHLETICX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846832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Was ist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Together?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4779615"/>
            <a:ext cx="507307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 loggen, mit Vorlagen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408265"/>
            <a:ext cx="495823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 und Makros tracken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036915"/>
            <a:ext cx="452925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 und KI-Meal-Plan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48680" y="6665565"/>
            <a:ext cx="488912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Schlaf, Gewicht und Streaks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48680" y="7294215"/>
            <a:ext cx="514594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jedes Level, ohne Verbote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END-Post-WasIstHLXTogether_1080x1350</dc:title>
  <dc:subject>PptxGenJS Presentation</dc:subject>
  <dc:creator>healthleticx</dc:creator>
  <cp:lastModifiedBy>healthleticx</cp:lastModifiedBy>
  <cp:revision>1</cp:revision>
  <dcterms:created xsi:type="dcterms:W3CDTF">2026-10-22T10:45:28Z</dcterms:created>
  <dcterms:modified xsi:type="dcterms:W3CDTF">2026-10-22T10:45:28Z</dcterms:modified>
</cp:coreProperties>
</file>