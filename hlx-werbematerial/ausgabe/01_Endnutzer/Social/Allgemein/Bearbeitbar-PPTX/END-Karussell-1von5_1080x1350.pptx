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Karussell-1von5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00393" y="876300"/>
            <a:ext cx="654308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1/5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000250"/>
            <a:ext cx="321266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0100" y="2495550"/>
            <a:ext cx="10597872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Gesund leben.</a:t>
            </a:r>
            <a:endParaRPr lang="en-US" sz="7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Ohne Verzicht.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800100" y="4772025"/>
            <a:ext cx="9353431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 und Routinen in einer App. Für jedes Level.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419225" y="6126361"/>
            <a:ext cx="138118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383012" y="6126361"/>
            <a:ext cx="175176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Ernährung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655618" y="6126361"/>
            <a:ext cx="282297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Schlaf &amp; Routinen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942362" y="11882438"/>
            <a:ext cx="151816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Wischen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END-Karussell-1von5_1080x1350</dc:title>
  <dc:subject>PptxGenJS Presentation</dc:subject>
  <dc:creator>healthleticx</dc:creator>
  <cp:lastModifiedBy>healthleticx</cp:lastModifiedBy>
  <cp:revision>1</cp:revision>
  <dcterms:created xsi:type="dcterms:W3CDTF">2026-10-22T10:35:53Z</dcterms:created>
  <dcterms:modified xsi:type="dcterms:W3CDTF">2026-10-22T10:35:53Z</dcterms:modified>
</cp:coreProperties>
</file>