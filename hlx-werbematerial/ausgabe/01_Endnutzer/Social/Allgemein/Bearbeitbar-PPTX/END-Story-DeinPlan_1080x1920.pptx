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Story-DeinPlan_1080x192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7132" y="3571875"/>
            <a:ext cx="9752588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0" b="1" spc="-8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Dein Plan.</a:t>
            </a:r>
            <a:endParaRPr lang="en-US" sz="7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800" b="1" spc="-8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Immer dabei.</a:t>
            </a:r>
            <a:endParaRPr lang="en-US" sz="7800" dirty="0"/>
          </a:p>
        </p:txBody>
      </p:sp>
      <p:sp>
        <p:nvSpPr>
          <p:cNvPr id="4" name="Text 1"/>
          <p:cNvSpPr/>
          <p:nvPr/>
        </p:nvSpPr>
        <p:spPr>
          <a:xfrm>
            <a:off x="3414861" y="14554200"/>
            <a:ext cx="433923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3462486" y="15468600"/>
            <a:ext cx="422475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Link in Bio · @healthleticx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END-Story-DeinPlan_1080x1920</dc:title>
  <dc:subject>PptxGenJS Presentation</dc:subject>
  <dc:creator>healthleticx</dc:creator>
  <cp:lastModifiedBy>healthleticx</cp:lastModifiedBy>
  <cp:revision>1</cp:revision>
  <dcterms:created xsi:type="dcterms:W3CDTF">2026-10-22T10:45:16Z</dcterms:created>
  <dcterms:modified xsi:type="dcterms:W3CDTF">2026-10-22T10:45:16Z</dcterms:modified>
</cp:coreProperties>
</file>