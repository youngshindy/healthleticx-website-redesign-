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ost-DreiScheiben_1080x108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849" y="1962150"/>
            <a:ext cx="10035302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Drei Scheiben.</a:t>
            </a:r>
            <a:endParaRPr lang="en-US" sz="7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 Lifestyle.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2016026" y="7924800"/>
            <a:ext cx="197679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4171355" y="7924800"/>
            <a:ext cx="2512576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Ernährung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773168" y="7924800"/>
            <a:ext cx="198786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Mindset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881494" y="9229725"/>
            <a:ext cx="852386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Alles in einer App: </a:t>
            </a:r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· kostenlos starten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END-Post-DreiScheiben_1080x1080</dc:title>
  <dc:subject>PptxGenJS Presentation</dc:subject>
  <dc:creator>healthleticx</dc:creator>
  <cp:lastModifiedBy>healthleticx</cp:lastModifiedBy>
  <cp:revision>1</cp:revision>
  <dcterms:created xsi:type="dcterms:W3CDTF">2026-10-22T10:35:56Z</dcterms:created>
  <dcterms:modified xsi:type="dcterms:W3CDTF">2026-10-22T10:35:56Z</dcterms:modified>
</cp:coreProperties>
</file>