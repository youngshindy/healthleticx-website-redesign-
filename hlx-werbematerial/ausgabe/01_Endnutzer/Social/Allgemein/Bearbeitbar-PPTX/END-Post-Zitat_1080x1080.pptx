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Post-Zitat_1080x108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8450"/>
            <a:ext cx="9237524" cy="4776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50" b="1" spc="-6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„Gesundheit soll sich nicht nach Verzicht anfühlen, sondern nach Leben.“</a:t>
            </a:r>
            <a:endParaRPr lang="en-US" sz="5850" dirty="0"/>
          </a:p>
        </p:txBody>
      </p:sp>
      <p:sp>
        <p:nvSpPr>
          <p:cNvPr id="4" name="Text 1"/>
          <p:cNvSpPr/>
          <p:nvPr/>
        </p:nvSpPr>
        <p:spPr>
          <a:xfrm>
            <a:off x="914400" y="9096375"/>
            <a:ext cx="250757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65950" y="9096375"/>
            <a:ext cx="259848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@healthleticx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END-Post-Zitat_1080x1080</dc:title>
  <dc:subject>PptxGenJS Presentation</dc:subject>
  <dc:creator>healthleticx</dc:creator>
  <cp:lastModifiedBy>healthleticx</cp:lastModifiedBy>
  <cp:revision>1</cp:revision>
  <dcterms:created xsi:type="dcterms:W3CDTF">2026-10-22T10:35:56Z</dcterms:created>
  <dcterms:modified xsi:type="dcterms:W3CDTF">2026-10-22T10:35:56Z</dcterms:modified>
</cp:coreProperties>
</file>