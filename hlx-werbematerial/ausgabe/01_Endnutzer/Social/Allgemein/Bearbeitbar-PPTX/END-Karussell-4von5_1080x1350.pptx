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Karussell-4von5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00096" y="876300"/>
            <a:ext cx="65466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4/5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000250"/>
            <a:ext cx="563421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REZEPTE &amp; MEAL PREP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0100" y="2495550"/>
            <a:ext cx="10568226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Woche planen.</a:t>
            </a:r>
            <a:endParaRPr lang="en-US" sz="7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Liste fertig.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800100" y="4772025"/>
            <a:ext cx="7931825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 speichern, KI-Meal-Plan erstellen, Einkaufsliste automatisch.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419225" y="6126361"/>
            <a:ext cx="140190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400276" y="6126361"/>
            <a:ext cx="208466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942362" y="11882438"/>
            <a:ext cx="151816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Wischen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END-Karussell-4von5_1080x1350</dc:title>
  <dc:subject>PptxGenJS Presentation</dc:subject>
  <dc:creator>healthleticx</dc:creator>
  <cp:lastModifiedBy>healthleticx</cp:lastModifiedBy>
  <cp:revision>1</cp:revision>
  <dcterms:created xsi:type="dcterms:W3CDTF">2026-10-22T10:35:55Z</dcterms:created>
  <dcterms:modified xsi:type="dcterms:W3CDTF">2026-10-22T10:35:55Z</dcterms:modified>
</cp:coreProperties>
</file>