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287000" cy="12858750"/>
  <p:notesSz cx="1285875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ealthleticx-website-redesign-/hlx-werbematerial/.build/END-Karussell-4von5_1080x1350_bg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00096" y="876300"/>
            <a:ext cx="654665" cy="3714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4/5</a:t>
            </a:r>
            <a:endParaRPr lang="en-US" sz="2100" dirty="0"/>
          </a:p>
        </p:txBody>
      </p:sp>
      <p:sp>
        <p:nvSpPr>
          <p:cNvPr id="4" name="Text 1"/>
          <p:cNvSpPr/>
          <p:nvPr/>
        </p:nvSpPr>
        <p:spPr>
          <a:xfrm>
            <a:off x="800100" y="2000250"/>
            <a:ext cx="5634216" cy="3714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100" b="1" spc="290" kern="0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03 · REZEPTE &amp; MEAL PREP</a:t>
            </a:r>
            <a:endParaRPr lang="en-US" sz="2100" dirty="0"/>
          </a:p>
        </p:txBody>
      </p:sp>
      <p:sp>
        <p:nvSpPr>
          <p:cNvPr id="5" name="Text 2"/>
          <p:cNvSpPr/>
          <p:nvPr/>
        </p:nvSpPr>
        <p:spPr>
          <a:xfrm>
            <a:off x="800100" y="2495550"/>
            <a:ext cx="10568226" cy="2066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500" b="1" spc="-80" kern="0" dirty="0">
                <a:solidFill>
                  <a:srgbClr val="EEF3EE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Woche planen.</a:t>
            </a:r>
            <a:endParaRPr lang="en-US" sz="7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7500" b="1" spc="-80" kern="0" dirty="0">
                <a:solidFill>
                  <a:srgbClr val="EEF3EE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Liste fertig.</a:t>
            </a:r>
            <a:endParaRPr lang="en-US" sz="7500" dirty="0"/>
          </a:p>
        </p:txBody>
      </p:sp>
      <p:sp>
        <p:nvSpPr>
          <p:cNvPr id="6" name="Text 3"/>
          <p:cNvSpPr/>
          <p:nvPr/>
        </p:nvSpPr>
        <p:spPr>
          <a:xfrm>
            <a:off x="800100" y="4772025"/>
            <a:ext cx="7931825" cy="92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2700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Rezepte speichern, KI-Meal-Plan erstellen, Einkaufsliste automatisch.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1419225" y="6126361"/>
            <a:ext cx="1401901" cy="3714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Rezepte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3400276" y="6126361"/>
            <a:ext cx="2084665" cy="3714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KI-Meal-Plan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7942362" y="11882438"/>
            <a:ext cx="1518166" cy="3714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Wischen</a:t>
            </a:r>
            <a:endParaRPr lang="en-US" sz="2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END-Karussell-4von5_1080x1350</dc:title>
  <dc:subject>PptxGenJS Presentation</dc:subject>
  <dc:creator>healthleticx</dc:creator>
  <cp:lastModifiedBy>healthleticx</cp:lastModifiedBy>
  <cp:revision>1</cp:revision>
  <dcterms:created xsi:type="dcterms:W3CDTF">2026-10-22T10:45:13Z</dcterms:created>
  <dcterms:modified xsi:type="dcterms:W3CDTF">2026-10-22T10:45:13Z</dcterms:modified>
</cp:coreProperties>
</file>