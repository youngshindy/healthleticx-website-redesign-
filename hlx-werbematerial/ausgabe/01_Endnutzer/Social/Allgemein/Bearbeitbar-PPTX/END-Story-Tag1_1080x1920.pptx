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Story-Tag1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5786" y="3748087"/>
            <a:ext cx="328678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6FD3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20-Tage-Streak?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1347802" y="4362450"/>
            <a:ext cx="7591246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50" b="1" spc="-9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Fang bei</a:t>
            </a:r>
            <a:endParaRPr lang="en-US" sz="8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50" b="1" spc="-9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Tag 1</a:t>
            </a:r>
            <a:pPr algn="ctr" indent="0" marL="0">
              <a:lnSpc>
                <a:spcPct val="100000"/>
              </a:lnSpc>
              <a:buNone/>
            </a:pPr>
            <a:r>
              <a:rPr lang="en-US" sz="8850" b="1" spc="-9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 an.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651465" y="7000875"/>
            <a:ext cx="8983920" cy="95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Kleine Routinen, die bleiben. Lieber wenig und dauerhaft als viel und nur kurz.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712416" y="11830050"/>
            <a:ext cx="46964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835027" y="11830050"/>
            <a:ext cx="42713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922216" y="11830050"/>
            <a:ext cx="46964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044827" y="11830050"/>
            <a:ext cx="42713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165354" y="11830050"/>
            <a:ext cx="38963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262664" y="11830050"/>
            <a:ext cx="40784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367564" y="11830050"/>
            <a:ext cx="40784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14" name="Text 11"/>
          <p:cNvSpPr/>
          <p:nvPr/>
        </p:nvSpPr>
        <p:spPr>
          <a:xfrm>
            <a:off x="3462486" y="15468600"/>
            <a:ext cx="4224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 in Bio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END-Story-Tag1_1080x1920</dc:title>
  <dc:subject>PptxGenJS Presentation</dc:subject>
  <dc:creator>healthleticx</dc:creator>
  <cp:lastModifiedBy>healthleticx</cp:lastModifiedBy>
  <cp:revision>1</cp:revision>
  <dcterms:created xsi:type="dcterms:W3CDTF">2026-10-22T10:35:58Z</dcterms:created>
  <dcterms:modified xsi:type="dcterms:W3CDTF">2026-10-22T10:35:58Z</dcterms:modified>
</cp:coreProperties>
</file>