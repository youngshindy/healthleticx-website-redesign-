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Story-Tag1_1080x192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785786" y="3748087"/>
            <a:ext cx="3286780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6FD3A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20-Tage-Streak?</a:t>
            </a:r>
            <a:endParaRPr lang="en-US" sz="2550" dirty="0"/>
          </a:p>
        </p:txBody>
      </p:sp>
      <p:sp>
        <p:nvSpPr>
          <p:cNvPr id="4" name="Text 1"/>
          <p:cNvSpPr/>
          <p:nvPr/>
        </p:nvSpPr>
        <p:spPr>
          <a:xfrm>
            <a:off x="1347802" y="4362450"/>
            <a:ext cx="7591246" cy="2428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50" b="1" spc="-9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Fang bei</a:t>
            </a:r>
            <a:endParaRPr lang="en-US" sz="88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50" b="1" spc="-9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Tag 1</a:t>
            </a:r>
            <a:pPr algn="ctr" indent="0" marL="0">
              <a:lnSpc>
                <a:spcPct val="100000"/>
              </a:lnSpc>
              <a:buNone/>
            </a:pPr>
            <a:r>
              <a:rPr lang="en-US" sz="8850" b="1" spc="-9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 an.</a:t>
            </a:r>
            <a:endParaRPr lang="en-US" sz="8850" dirty="0"/>
          </a:p>
        </p:txBody>
      </p:sp>
      <p:sp>
        <p:nvSpPr>
          <p:cNvPr id="5" name="Text 2"/>
          <p:cNvSpPr/>
          <p:nvPr/>
        </p:nvSpPr>
        <p:spPr>
          <a:xfrm>
            <a:off x="651465" y="7000875"/>
            <a:ext cx="8983920" cy="955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285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Kleine Routinen, die bleiben. Lieber wenig und dauerhaft als viel und nur kurz.</a:t>
            </a:r>
            <a:endParaRPr lang="en-US" sz="2850" dirty="0"/>
          </a:p>
        </p:txBody>
      </p:sp>
      <p:sp>
        <p:nvSpPr>
          <p:cNvPr id="6" name="Text 3"/>
          <p:cNvSpPr/>
          <p:nvPr/>
        </p:nvSpPr>
        <p:spPr>
          <a:xfrm>
            <a:off x="1712416" y="11830050"/>
            <a:ext cx="469642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2835027" y="11830050"/>
            <a:ext cx="42713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3922216" y="11830050"/>
            <a:ext cx="469642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5044827" y="11830050"/>
            <a:ext cx="42713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165354" y="11830050"/>
            <a:ext cx="389632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7262664" y="11830050"/>
            <a:ext cx="407849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8367564" y="11830050"/>
            <a:ext cx="407849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14" name="Text 11"/>
          <p:cNvSpPr/>
          <p:nvPr/>
        </p:nvSpPr>
        <p:spPr>
          <a:xfrm>
            <a:off x="3462486" y="15468600"/>
            <a:ext cx="4224754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Link in Bio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END-Story-Tag1_1080x1920</dc:title>
  <dc:subject>PptxGenJS Presentation</dc:subject>
  <dc:creator>healthleticx</dc:creator>
  <cp:lastModifiedBy>healthleticx</cp:lastModifiedBy>
  <cp:revision>1</cp:revision>
  <dcterms:created xsi:type="dcterms:W3CDTF">2026-10-22T10:45:16Z</dcterms:created>
  <dcterms:modified xsi:type="dcterms:W3CDTF">2026-10-22T10:45:16Z</dcterms:modified>
</cp:coreProperties>
</file>