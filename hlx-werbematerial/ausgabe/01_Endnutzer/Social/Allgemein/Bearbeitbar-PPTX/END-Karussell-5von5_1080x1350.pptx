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Karussell-5von5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00691" y="876300"/>
            <a:ext cx="653951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5/5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857500"/>
            <a:ext cx="321266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0100" y="3467100"/>
            <a:ext cx="10984528" cy="306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0" b="1" spc="-11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Kostenlos</a:t>
            </a:r>
            <a:endParaRPr lang="en-US" sz="1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250" b="1" spc="-11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starten.</a:t>
            </a:r>
            <a:endParaRPr lang="en-US" sz="11250" dirty="0"/>
          </a:p>
        </p:txBody>
      </p:sp>
      <p:sp>
        <p:nvSpPr>
          <p:cNvPr id="6" name="Text 3"/>
          <p:cNvSpPr/>
          <p:nvPr/>
        </p:nvSpPr>
        <p:spPr>
          <a:xfrm>
            <a:off x="800100" y="6810375"/>
            <a:ext cx="7190661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371600" y="7902773"/>
            <a:ext cx="759606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Training, Ernährung und Schlaf in einer App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371600" y="8493323"/>
            <a:ext cx="635252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Streaks, die dich dranbleiben lassen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371600" y="9083873"/>
            <a:ext cx="537722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Kein Abo nötig, um loszulegen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295400" y="11363325"/>
            <a:ext cx="235130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Link in Bio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3877121" y="11391900"/>
            <a:ext cx="250257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@healthleticx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END-Karussell-5von5_1080x1350</dc:title>
  <dc:subject>PptxGenJS Presentation</dc:subject>
  <dc:creator>healthleticx</dc:creator>
  <cp:lastModifiedBy>healthleticx</cp:lastModifiedBy>
  <cp:revision>1</cp:revision>
  <dcterms:created xsi:type="dcterms:W3CDTF">2026-10-22T10:45:14Z</dcterms:created>
  <dcterms:modified xsi:type="dcterms:W3CDTF">2026-10-22T10:45:14Z</dcterms:modified>
</cp:coreProperties>
</file>