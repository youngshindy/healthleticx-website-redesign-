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287000" cy="12858750"/>
  <p:notesSz cx="1285875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ealthleticx-website-redesign-/hlx-werbematerial/.build/END-Karussell-5von5_1080x1350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00691" y="876300"/>
            <a:ext cx="653951" cy="3714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5/5</a:t>
            </a:r>
            <a:endParaRPr lang="en-US" sz="2100" dirty="0"/>
          </a:p>
        </p:txBody>
      </p:sp>
      <p:sp>
        <p:nvSpPr>
          <p:cNvPr id="4" name="Text 1"/>
          <p:cNvSpPr/>
          <p:nvPr/>
        </p:nvSpPr>
        <p:spPr>
          <a:xfrm>
            <a:off x="800100" y="2857500"/>
            <a:ext cx="3212663" cy="3714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00" b="1" spc="290" kern="0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HLX TOGETHER</a:t>
            </a:r>
            <a:endParaRPr lang="en-US" sz="2100" dirty="0"/>
          </a:p>
        </p:txBody>
      </p:sp>
      <p:sp>
        <p:nvSpPr>
          <p:cNvPr id="5" name="Text 2"/>
          <p:cNvSpPr/>
          <p:nvPr/>
        </p:nvSpPr>
        <p:spPr>
          <a:xfrm>
            <a:off x="800100" y="3467100"/>
            <a:ext cx="10984528" cy="306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250" b="1" spc="-110" kern="0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Kostenlos</a:t>
            </a:r>
            <a:endParaRPr lang="en-US" sz="112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250" b="1" spc="-110" kern="0" dirty="0">
                <a:solidFill>
                  <a:srgbClr val="FFFF00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starten.</a:t>
            </a:r>
            <a:endParaRPr lang="en-US" sz="11250" dirty="0"/>
          </a:p>
        </p:txBody>
      </p:sp>
      <p:sp>
        <p:nvSpPr>
          <p:cNvPr id="6" name="Text 3"/>
          <p:cNvSpPr/>
          <p:nvPr/>
        </p:nvSpPr>
        <p:spPr>
          <a:xfrm>
            <a:off x="800100" y="6810375"/>
            <a:ext cx="7190661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330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Premium, wenn du mehr willst.</a:t>
            </a:r>
            <a:endParaRPr lang="en-US" sz="3300" dirty="0"/>
          </a:p>
        </p:txBody>
      </p:sp>
      <p:sp>
        <p:nvSpPr>
          <p:cNvPr id="7" name="Text 4"/>
          <p:cNvSpPr/>
          <p:nvPr/>
        </p:nvSpPr>
        <p:spPr>
          <a:xfrm>
            <a:off x="1371600" y="7902773"/>
            <a:ext cx="7596068" cy="428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550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Training, Ernährung und Schlaf in einer App</a:t>
            </a:r>
            <a:endParaRPr lang="en-US" sz="2550" dirty="0"/>
          </a:p>
        </p:txBody>
      </p:sp>
      <p:sp>
        <p:nvSpPr>
          <p:cNvPr id="8" name="Text 5"/>
          <p:cNvSpPr/>
          <p:nvPr/>
        </p:nvSpPr>
        <p:spPr>
          <a:xfrm>
            <a:off x="1371600" y="8493323"/>
            <a:ext cx="6352520" cy="428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550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Streaks, die dich dranbleiben lassen</a:t>
            </a:r>
            <a:endParaRPr lang="en-US" sz="2550" dirty="0"/>
          </a:p>
        </p:txBody>
      </p:sp>
      <p:sp>
        <p:nvSpPr>
          <p:cNvPr id="9" name="Text 6"/>
          <p:cNvSpPr/>
          <p:nvPr/>
        </p:nvSpPr>
        <p:spPr>
          <a:xfrm>
            <a:off x="1371600" y="9083873"/>
            <a:ext cx="5377220" cy="428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550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Kein Abo nötig, um loszulegen</a:t>
            </a:r>
            <a:endParaRPr lang="en-US" sz="2550" dirty="0"/>
          </a:p>
        </p:txBody>
      </p:sp>
      <p:sp>
        <p:nvSpPr>
          <p:cNvPr id="10" name="Text 7"/>
          <p:cNvSpPr/>
          <p:nvPr/>
        </p:nvSpPr>
        <p:spPr>
          <a:xfrm>
            <a:off x="1295400" y="11363325"/>
            <a:ext cx="2351306" cy="4667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850" b="1" dirty="0">
                <a:solidFill>
                  <a:srgbClr val="04201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Link in Bio</a:t>
            </a:r>
            <a:endParaRPr lang="en-US" sz="2850" dirty="0"/>
          </a:p>
        </p:txBody>
      </p:sp>
      <p:sp>
        <p:nvSpPr>
          <p:cNvPr id="11" name="Text 8"/>
          <p:cNvSpPr/>
          <p:nvPr/>
        </p:nvSpPr>
        <p:spPr>
          <a:xfrm>
            <a:off x="3877121" y="11391900"/>
            <a:ext cx="2502575" cy="409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@healthleticx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END-Karussell-5von5_1080x1350</dc:title>
  <dc:subject>PptxGenJS Presentation</dc:subject>
  <dc:creator>healthleticx</dc:creator>
  <cp:lastModifiedBy>healthleticx</cp:lastModifiedBy>
  <cp:revision>1</cp:revision>
  <dcterms:created xsi:type="dcterms:W3CDTF">2026-10-22T10:35:55Z</dcterms:created>
  <dcterms:modified xsi:type="dcterms:W3CDTF">2026-10-22T10:35:55Z</dcterms:modified>
</cp:coreProperties>
</file>