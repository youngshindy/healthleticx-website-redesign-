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0287000" cy="12858750"/>
  <p:notesSz cx="12858750" cy="10287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healthleticx-website-redesign-/hlx-werbematerial/.build/END-Karussell-2von5_1080x1350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00393" y="876300"/>
            <a:ext cx="654308" cy="3714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100" b="1" dirty="0">
                <a:solidFill>
                  <a:srgbClr val="A9C2B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2/5</a:t>
            </a:r>
            <a:endParaRPr lang="en-US" sz="2100" dirty="0"/>
          </a:p>
        </p:txBody>
      </p:sp>
      <p:sp>
        <p:nvSpPr>
          <p:cNvPr id="4" name="Text 1"/>
          <p:cNvSpPr/>
          <p:nvPr/>
        </p:nvSpPr>
        <p:spPr>
          <a:xfrm>
            <a:off x="800100" y="2000250"/>
            <a:ext cx="2988707" cy="3714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100" b="1" spc="290" kern="0" dirty="0">
                <a:solidFill>
                  <a:srgbClr val="FFFF0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01 · TRAINING</a:t>
            </a:r>
            <a:endParaRPr lang="en-US" sz="2100" dirty="0"/>
          </a:p>
        </p:txBody>
      </p:sp>
      <p:sp>
        <p:nvSpPr>
          <p:cNvPr id="5" name="Text 2"/>
          <p:cNvSpPr/>
          <p:nvPr/>
        </p:nvSpPr>
        <p:spPr>
          <a:xfrm>
            <a:off x="800100" y="2495550"/>
            <a:ext cx="8968740" cy="2066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7500" b="1" spc="-80" kern="0" dirty="0">
                <a:solidFill>
                  <a:srgbClr val="EEF3EE"/>
                </a:solidFill>
                <a:latin typeface="Archivo Black" pitchFamily="34" charset="0"/>
                <a:ea typeface="Archivo Black" pitchFamily="34" charset="-122"/>
                <a:cs typeface="Archivo Black" pitchFamily="34" charset="-120"/>
              </a:rPr>
              <a:t>Jede Einheit</a:t>
            </a:r>
            <a:endParaRPr lang="en-US" sz="7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7500" b="1" spc="-80" kern="0" dirty="0">
                <a:solidFill>
                  <a:srgbClr val="EEF3EE"/>
                </a:solidFill>
                <a:latin typeface="Archivo Black" pitchFamily="34" charset="0"/>
                <a:ea typeface="Archivo Black" pitchFamily="34" charset="-122"/>
                <a:cs typeface="Archivo Black" pitchFamily="34" charset="-120"/>
              </a:rPr>
              <a:t>im Blick.</a:t>
            </a:r>
            <a:endParaRPr lang="en-US" sz="7500" dirty="0"/>
          </a:p>
        </p:txBody>
      </p:sp>
      <p:sp>
        <p:nvSpPr>
          <p:cNvPr id="6" name="Text 3"/>
          <p:cNvSpPr/>
          <p:nvPr/>
        </p:nvSpPr>
        <p:spPr>
          <a:xfrm>
            <a:off x="800100" y="4772025"/>
            <a:ext cx="9563279" cy="9200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2700" dirty="0">
                <a:solidFill>
                  <a:srgbClr val="A9C2B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Vorlagen nutzen oder frei eintragen. Dauer, Puls und Fortschritt automatisch.</a:t>
            </a:r>
            <a:endParaRPr lang="en-US" sz="2700" dirty="0"/>
          </a:p>
        </p:txBody>
      </p:sp>
      <p:sp>
        <p:nvSpPr>
          <p:cNvPr id="7" name="Text 4"/>
          <p:cNvSpPr/>
          <p:nvPr/>
        </p:nvSpPr>
        <p:spPr>
          <a:xfrm>
            <a:off x="1419225" y="6126361"/>
            <a:ext cx="1152585" cy="3714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100" b="1" dirty="0">
                <a:solidFill>
                  <a:srgbClr val="EEF3E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Studio</a:t>
            </a:r>
            <a:endParaRPr lang="en-US" sz="2100" dirty="0"/>
          </a:p>
        </p:txBody>
      </p:sp>
      <p:sp>
        <p:nvSpPr>
          <p:cNvPr id="8" name="Text 5"/>
          <p:cNvSpPr/>
          <p:nvPr/>
        </p:nvSpPr>
        <p:spPr>
          <a:xfrm>
            <a:off x="3192512" y="6126361"/>
            <a:ext cx="1484233" cy="3714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100" b="1" dirty="0">
                <a:solidFill>
                  <a:srgbClr val="EEF3E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Zuhause</a:t>
            </a:r>
            <a:endParaRPr lang="en-US" sz="2100" dirty="0"/>
          </a:p>
        </p:txBody>
      </p:sp>
      <p:sp>
        <p:nvSpPr>
          <p:cNvPr id="9" name="Text 6"/>
          <p:cNvSpPr/>
          <p:nvPr/>
        </p:nvSpPr>
        <p:spPr>
          <a:xfrm>
            <a:off x="5242173" y="6126361"/>
            <a:ext cx="1467267" cy="3714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100" b="1" dirty="0">
                <a:solidFill>
                  <a:srgbClr val="EEF3E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Draußen</a:t>
            </a:r>
            <a:endParaRPr lang="en-US" sz="2100" dirty="0"/>
          </a:p>
        </p:txBody>
      </p:sp>
      <p:sp>
        <p:nvSpPr>
          <p:cNvPr id="10" name="Text 7"/>
          <p:cNvSpPr/>
          <p:nvPr/>
        </p:nvSpPr>
        <p:spPr>
          <a:xfrm>
            <a:off x="7942362" y="11882438"/>
            <a:ext cx="1518166" cy="3714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100" b="1" dirty="0">
                <a:solidFill>
                  <a:srgbClr val="FFFF0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Wischen</a:t>
            </a:r>
            <a:endParaRPr lang="en-US" sz="2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END-Karussell-2von5_1080x1350</dc:title>
  <dc:subject>PptxGenJS Presentation</dc:subject>
  <dc:creator>healthleticx</dc:creator>
  <cp:lastModifiedBy>healthleticx</cp:lastModifiedBy>
  <cp:revision>1</cp:revision>
  <dcterms:created xsi:type="dcterms:W3CDTF">2026-10-22T10:35:53Z</dcterms:created>
  <dcterms:modified xsi:type="dcterms:W3CDTF">2026-10-22T10:35:53Z</dcterms:modified>
</cp:coreProperties>
</file>