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Karussell-2von5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00393" y="876300"/>
            <a:ext cx="654308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2/5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000250"/>
            <a:ext cx="298870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 · TRAINING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0100" y="2495550"/>
            <a:ext cx="8968740" cy="206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spc="-8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Jede Einheit</a:t>
            </a:r>
            <a:endParaRPr lang="en-US" sz="7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500" b="1" spc="-8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im Blick.</a:t>
            </a:r>
            <a:endParaRPr lang="en-US" sz="7500" dirty="0"/>
          </a:p>
        </p:txBody>
      </p:sp>
      <p:sp>
        <p:nvSpPr>
          <p:cNvPr id="6" name="Text 3"/>
          <p:cNvSpPr/>
          <p:nvPr/>
        </p:nvSpPr>
        <p:spPr>
          <a:xfrm>
            <a:off x="800100" y="4772025"/>
            <a:ext cx="9563279" cy="92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Vorlagen nutzen oder frei eintragen. Dauer, Puls und Fortschritt automatisch.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419225" y="6126361"/>
            <a:ext cx="115258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Studio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192512" y="6126361"/>
            <a:ext cx="1484233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Zuhause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242173" y="6126361"/>
            <a:ext cx="146726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Draußen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942362" y="11882438"/>
            <a:ext cx="1518166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Wischen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END-Karussell-2von5_1080x1350</dc:title>
  <dc:subject>PptxGenJS Presentation</dc:subject>
  <dc:creator>healthleticx</dc:creator>
  <cp:lastModifiedBy>healthleticx</cp:lastModifiedBy>
  <cp:revision>1</cp:revision>
  <dcterms:created xsi:type="dcterms:W3CDTF">2026-10-22T10:45:12Z</dcterms:created>
  <dcterms:modified xsi:type="dcterms:W3CDTF">2026-10-22T10:45:12Z</dcterms:modified>
</cp:coreProperties>
</file>