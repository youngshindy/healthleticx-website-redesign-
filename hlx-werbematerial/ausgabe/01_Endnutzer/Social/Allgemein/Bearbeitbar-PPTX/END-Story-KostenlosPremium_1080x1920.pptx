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Story-KostenlosPremium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78447" y="3676650"/>
            <a:ext cx="10443746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Starte kostenlos.</a:t>
            </a:r>
            <a:endParaRPr lang="en-US" sz="6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Wachse mit Premium.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1371600" y="7143750"/>
            <a:ext cx="259472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6FD3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371600" y="7591425"/>
            <a:ext cx="7065824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75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Alles, um loszulegen.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1371600" y="8286750"/>
            <a:ext cx="919359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 loggen, Ernährung tracken, Routinen aufbauen.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52550" y="9879211"/>
            <a:ext cx="206823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352550" y="10326886"/>
            <a:ext cx="6760785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750" b="1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Alles freigeschaltet.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1352550" y="11022211"/>
            <a:ext cx="761214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alle, die mehr wollen. Jederzeit upgraden.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3462486" y="15468600"/>
            <a:ext cx="4224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 in Bio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END-Story-KostenlosPremium_1080x1920</dc:title>
  <dc:subject>PptxGenJS Presentation</dc:subject>
  <dc:creator>healthleticx</dc:creator>
  <cp:lastModifiedBy>healthleticx</cp:lastModifiedBy>
  <cp:revision>1</cp:revision>
  <dcterms:created xsi:type="dcterms:W3CDTF">2026-10-22T10:45:17Z</dcterms:created>
  <dcterms:modified xsi:type="dcterms:W3CDTF">2026-10-22T10:45:17Z</dcterms:modified>
</cp:coreProperties>
</file>