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Story-KostenlosPremium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78447" y="3676650"/>
            <a:ext cx="10443746" cy="2552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3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Starte kostenlos.</a:t>
            </a:r>
            <a:endParaRPr lang="en-US" sz="6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3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Wachse mit Premium.</a:t>
            </a:r>
            <a:endParaRPr lang="en-US" sz="6300" dirty="0"/>
          </a:p>
        </p:txBody>
      </p:sp>
      <p:sp>
        <p:nvSpPr>
          <p:cNvPr id="4" name="Text 1"/>
          <p:cNvSpPr/>
          <p:nvPr/>
        </p:nvSpPr>
        <p:spPr>
          <a:xfrm>
            <a:off x="1371600" y="7143750"/>
            <a:ext cx="2594729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6FD3A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1371600" y="7591425"/>
            <a:ext cx="7065824" cy="600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750" b="1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Alles, um loszulegen.</a:t>
            </a:r>
            <a:endParaRPr lang="en-US" sz="3750" dirty="0"/>
          </a:p>
        </p:txBody>
      </p:sp>
      <p:sp>
        <p:nvSpPr>
          <p:cNvPr id="6" name="Text 3"/>
          <p:cNvSpPr/>
          <p:nvPr/>
        </p:nvSpPr>
        <p:spPr>
          <a:xfrm>
            <a:off x="1371600" y="8286750"/>
            <a:ext cx="9193590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4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Training loggen, Ernährung tracken, Routinen aufbauen.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52550" y="9879211"/>
            <a:ext cx="2068235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1352550" y="10326886"/>
            <a:ext cx="6760785" cy="600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750" b="1" dirty="0">
                <a:solidFill>
                  <a:srgbClr val="04201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Alles freigeschaltet.</a:t>
            </a:r>
            <a:endParaRPr lang="en-US" sz="3750" dirty="0"/>
          </a:p>
        </p:txBody>
      </p:sp>
      <p:sp>
        <p:nvSpPr>
          <p:cNvPr id="9" name="Text 6"/>
          <p:cNvSpPr/>
          <p:nvPr/>
        </p:nvSpPr>
        <p:spPr>
          <a:xfrm>
            <a:off x="1352550" y="11022211"/>
            <a:ext cx="7612142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400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Für alle, die mehr wollen. Jederzeit upgraden.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414861" y="14554200"/>
            <a:ext cx="433923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3150" dirty="0"/>
          </a:p>
        </p:txBody>
      </p:sp>
      <p:sp>
        <p:nvSpPr>
          <p:cNvPr id="11" name="Text 8"/>
          <p:cNvSpPr/>
          <p:nvPr/>
        </p:nvSpPr>
        <p:spPr>
          <a:xfrm>
            <a:off x="3462486" y="15468600"/>
            <a:ext cx="4224754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Link in Bio · @healthleticx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END-Story-KostenlosPremium_1080x1920</dc:title>
  <dc:subject>PptxGenJS Presentation</dc:subject>
  <dc:creator>healthleticx</dc:creator>
  <cp:lastModifiedBy>healthleticx</cp:lastModifiedBy>
  <cp:revision>1</cp:revision>
  <dcterms:created xsi:type="dcterms:W3CDTF">2026-10-22T10:35:59Z</dcterms:created>
  <dcterms:modified xsi:type="dcterms:W3CDTF">2026-10-22T10:35:59Z</dcterms:modified>
</cp:coreProperties>
</file>