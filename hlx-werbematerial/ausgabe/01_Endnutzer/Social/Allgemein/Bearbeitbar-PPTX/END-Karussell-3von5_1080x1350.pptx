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END-Karussell-3von5_1080x135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00393" y="876300"/>
            <a:ext cx="654308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3/5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800100" y="2000250"/>
            <a:ext cx="3565743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29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02 · ERNÄHRUNG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800100" y="2495550"/>
            <a:ext cx="10080129" cy="206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0" b="1" spc="-8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Balance</a:t>
            </a:r>
            <a:endParaRPr lang="en-US" sz="75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500" b="1" spc="-80" kern="0" dirty="0">
                <a:solidFill>
                  <a:srgbClr val="FFFF00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statt Verbote.</a:t>
            </a:r>
            <a:endParaRPr lang="en-US" sz="7500" dirty="0"/>
          </a:p>
        </p:txBody>
      </p:sp>
      <p:sp>
        <p:nvSpPr>
          <p:cNvPr id="6" name="Text 3"/>
          <p:cNvSpPr/>
          <p:nvPr/>
        </p:nvSpPr>
        <p:spPr>
          <a:xfrm>
            <a:off x="800100" y="4772025"/>
            <a:ext cx="9417368" cy="9200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700" dirty="0">
                <a:solidFill>
                  <a:srgbClr val="A9C2BA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Kalorien und Makros auf einen Blick. Essen, das dir schmeckt und dich stärkt.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419225" y="6126361"/>
            <a:ext cx="1413153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Kalorien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3409652" y="6126361"/>
            <a:ext cx="1289566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Makros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297091" y="6126361"/>
            <a:ext cx="1789807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Mahlzeiten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7942362" y="11882438"/>
            <a:ext cx="1518166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Wischen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END-Karussell-3von5_1080x1350</dc:title>
  <dc:subject>PptxGenJS Presentation</dc:subject>
  <dc:creator>healthleticx</dc:creator>
  <cp:lastModifiedBy>healthleticx</cp:lastModifiedBy>
  <cp:revision>1</cp:revision>
  <dcterms:created xsi:type="dcterms:W3CDTF">2026-10-22T10:45:13Z</dcterms:created>
  <dcterms:modified xsi:type="dcterms:W3CDTF">2026-10-22T10:45:13Z</dcterms:modified>
</cp:coreProperties>
</file>