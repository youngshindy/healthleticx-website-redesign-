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8-Sportler_Post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322659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SPORTLER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584067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Healthy &amp;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Athletic.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5153025"/>
            <a:ext cx="4766608" cy="775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Ernährung, Schlaf vereint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6215807"/>
            <a:ext cx="3742908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Daten, die motivieren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920657"/>
            <a:ext cx="382256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Routinen wie ein Profi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END-Nische-8-Sportler_Post_1080x1350</dc:title>
  <dc:subject>PptxGenJS Presentation</dc:subject>
  <dc:creator>healthleticx</dc:creator>
  <cp:lastModifiedBy>healthleticx</cp:lastModifiedBy>
  <cp:revision>1</cp:revision>
  <dcterms:created xsi:type="dcterms:W3CDTF">2026-10-22T10:36:16Z</dcterms:created>
  <dcterms:modified xsi:type="dcterms:W3CDTF">2026-10-22T10:36:16Z</dcterms:modified>
</cp:coreProperties>
</file>