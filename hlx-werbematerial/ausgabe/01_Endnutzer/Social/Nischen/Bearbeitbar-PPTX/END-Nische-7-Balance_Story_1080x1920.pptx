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7-Balance_Story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21749" y="3524250"/>
            <a:ext cx="4443353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 &amp; BALANCE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1050087" y="4057650"/>
            <a:ext cx="8186678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Mehr als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nur Training.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3419475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Schlaf im Blick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3832384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Tägliche Streaks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6128921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Kalender und Supplements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END-Nische-7-Balance_Story_1080x1920</dc:title>
  <dc:subject>PptxGenJS Presentation</dc:subject>
  <dc:creator>healthleticx</dc:creator>
  <cp:lastModifiedBy>healthleticx</cp:lastModifiedBy>
  <cp:revision>1</cp:revision>
  <dcterms:created xsi:type="dcterms:W3CDTF">2026-10-22T10:45:39Z</dcterms:created>
  <dcterms:modified xsi:type="dcterms:W3CDTF">2026-10-22T10:45:39Z</dcterms:modified>
</cp:coreProperties>
</file>