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2-Berufstaetige_Story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933343" y="3524250"/>
            <a:ext cx="4420314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BERUFSTÄTIGE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1040085" y="4057650"/>
            <a:ext cx="820668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Wenig Zeit?</a:t>
            </a:r>
            <a:endParaRPr lang="en-US" sz="6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Gut geplant.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2124968" y="11258550"/>
            <a:ext cx="7613749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Mahlzeiten in Sekunden eintragen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2124968" y="12005221"/>
            <a:ext cx="6118384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Meal Prep mit Einkaufsliste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2124968" y="12751891"/>
            <a:ext cx="7151549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Training, das in den Alltag passt</a:t>
            </a:r>
            <a:endParaRPr lang="en-US" sz="3150" dirty="0"/>
          </a:p>
        </p:txBody>
      </p:sp>
      <p:sp>
        <p:nvSpPr>
          <p:cNvPr id="8" name="Text 5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2189708" y="15468600"/>
            <a:ext cx="72794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END-Nische-2-Berufstaetige_Story_1080x1920</dc:title>
  <dc:subject>PptxGenJS Presentation</dc:subject>
  <dc:creator>healthleticx</dc:creator>
  <cp:lastModifiedBy>healthleticx</cp:lastModifiedBy>
  <cp:revision>1</cp:revision>
  <dcterms:created xsi:type="dcterms:W3CDTF">2026-10-22T10:36:06Z</dcterms:created>
  <dcterms:modified xsi:type="dcterms:W3CDTF">2026-10-22T10:36:06Z</dcterms:modified>
</cp:coreProperties>
</file>