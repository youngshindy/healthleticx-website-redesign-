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1-Einsteiger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3555206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FÜR EINSTEIGER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7830026" cy="1666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Starte da,</a:t>
            </a: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wo du stehst.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1348680" y="5160615"/>
            <a:ext cx="4190107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Vorlagen für jedes Level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348680" y="5865465"/>
            <a:ext cx="4867513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Kleine Routinen, die bleiben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348680" y="6570315"/>
            <a:ext cx="5354003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Studio, zu Hause oder draußen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38250" y="11096625"/>
            <a:ext cx="3548955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800100" y="11830050"/>
            <a:ext cx="633412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END-Nische-1-Einsteiger_Post_1080x1350</dc:title>
  <dc:subject>PptxGenJS Presentation</dc:subject>
  <dc:creator>healthleticx</dc:creator>
  <cp:lastModifiedBy>healthleticx</cp:lastModifiedBy>
  <cp:revision>1</cp:revision>
  <dcterms:created xsi:type="dcterms:W3CDTF">2026-10-22T10:36:05Z</dcterms:created>
  <dcterms:modified xsi:type="dcterms:W3CDTF">2026-10-22T10:36:05Z</dcterms:modified>
</cp:coreProperties>
</file>