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0287000" cy="12858750"/>
  <p:notesSz cx="12858750" cy="10287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healthleticx-website-redesign-/hlx-werbematerial/.build/END-Nische-1-Einsteiger_Post_1080x1350_bg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0287000" cy="128587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00100" y="1905000"/>
            <a:ext cx="3555206" cy="3714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100" b="1" spc="290" kern="0" dirty="0">
                <a:solidFill>
                  <a:srgbClr val="FFFF0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FÜR EINSTEIGER</a:t>
            </a:r>
            <a:endParaRPr lang="en-US" sz="2100" dirty="0"/>
          </a:p>
        </p:txBody>
      </p:sp>
      <p:sp>
        <p:nvSpPr>
          <p:cNvPr id="4" name="Text 1"/>
          <p:cNvSpPr/>
          <p:nvPr/>
        </p:nvSpPr>
        <p:spPr>
          <a:xfrm>
            <a:off x="800100" y="2390775"/>
            <a:ext cx="7830026" cy="1666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000" b="1" spc="-60" kern="0" dirty="0">
                <a:solidFill>
                  <a:srgbClr val="EEF3EE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Starte da,</a:t>
            </a:r>
            <a:endParaRPr lang="en-US" sz="60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6000" b="1" spc="-60" kern="0" dirty="0">
                <a:solidFill>
                  <a:srgbClr val="FFFF00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wo du stehst.</a:t>
            </a:r>
            <a:endParaRPr lang="en-US" sz="6000" dirty="0"/>
          </a:p>
        </p:txBody>
      </p:sp>
      <p:sp>
        <p:nvSpPr>
          <p:cNvPr id="5" name="Text 2"/>
          <p:cNvSpPr/>
          <p:nvPr/>
        </p:nvSpPr>
        <p:spPr>
          <a:xfrm>
            <a:off x="1348680" y="5160615"/>
            <a:ext cx="4190107" cy="4095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400" b="1" dirty="0">
                <a:solidFill>
                  <a:srgbClr val="EEF3EE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Vorlagen für jedes Level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1348680" y="5865465"/>
            <a:ext cx="4867513" cy="4095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400" b="1" dirty="0">
                <a:solidFill>
                  <a:srgbClr val="EEF3EE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Kleine Routinen, die bleiben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1348680" y="6570315"/>
            <a:ext cx="5354003" cy="4095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400" b="1" dirty="0">
                <a:solidFill>
                  <a:srgbClr val="EEF3EE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Studio, zu Hause oder draußen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1238250" y="11096625"/>
            <a:ext cx="3548955" cy="428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550" b="1" dirty="0">
                <a:solidFill>
                  <a:srgbClr val="04201B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Kostenlos starten</a:t>
            </a:r>
            <a:endParaRPr lang="en-US" sz="2550" dirty="0"/>
          </a:p>
        </p:txBody>
      </p:sp>
      <p:sp>
        <p:nvSpPr>
          <p:cNvPr id="9" name="Text 6"/>
          <p:cNvSpPr/>
          <p:nvPr/>
        </p:nvSpPr>
        <p:spPr>
          <a:xfrm>
            <a:off x="800100" y="11830050"/>
            <a:ext cx="6334125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950" b="1" dirty="0">
                <a:solidFill>
                  <a:srgbClr val="A9C2B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Premium, wenn du mehr willst · @healthleticx</a:t>
            </a:r>
            <a:endParaRPr lang="en-US" sz="1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END-Nische-1-Einsteiger_Post_1080x1350</dc:title>
  <dc:subject>PptxGenJS Presentation</dc:subject>
  <dc:creator>healthleticx</dc:creator>
  <cp:lastModifiedBy>healthleticx</cp:lastModifiedBy>
  <cp:revision>1</cp:revision>
  <dcterms:created xsi:type="dcterms:W3CDTF">2026-10-22T10:45:30Z</dcterms:created>
  <dcterms:modified xsi:type="dcterms:W3CDTF">2026-10-22T10:45:30Z</dcterms:modified>
</cp:coreProperties>
</file>