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3-Muskelaufbau_Story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93209" y="3524250"/>
            <a:ext cx="370058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MUSKELAUFBAU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28042" y="4057650"/>
            <a:ext cx="9230916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Fortschritt,</a:t>
            </a:r>
            <a:endParaRPr lang="en-US" sz="6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den du siehst.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2124968" y="11258550"/>
            <a:ext cx="6968490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Einheiten und Übungen loggen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2124968" y="12005221"/>
            <a:ext cx="630519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Protein und Makros im Blick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2124968" y="12751891"/>
            <a:ext cx="5948898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Dauer und Puls auswerten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2189708" y="15468600"/>
            <a:ext cx="7279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END-Nische-3-Muskelaufbau_Story_1080x1920</dc:title>
  <dc:subject>PptxGenJS Presentation</dc:subject>
  <dc:creator>healthleticx</dc:creator>
  <cp:lastModifiedBy>healthleticx</cp:lastModifiedBy>
  <cp:revision>1</cp:revision>
  <dcterms:created xsi:type="dcterms:W3CDTF">2026-10-22T10:45:32Z</dcterms:created>
  <dcterms:modified xsi:type="dcterms:W3CDTF">2026-10-22T10:45:32Z</dcterms:modified>
</cp:coreProperties>
</file>