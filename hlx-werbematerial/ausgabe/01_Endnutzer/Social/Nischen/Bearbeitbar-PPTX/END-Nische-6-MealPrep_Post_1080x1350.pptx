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6-MealPrep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55054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 &amp; MEAL PREP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7529632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Gut essen.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Stress.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332482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speichern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470731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 für die Woche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452086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Einkaufsliste automatisch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END-Nische-6-MealPrep_Post_1080x1350</dc:title>
  <dc:subject>PptxGenJS Presentation</dc:subject>
  <dc:creator>healthleticx</dc:creator>
  <cp:lastModifiedBy>healthleticx</cp:lastModifiedBy>
  <cp:revision>1</cp:revision>
  <dcterms:created xsi:type="dcterms:W3CDTF">2026-10-22T10:45:38Z</dcterms:created>
  <dcterms:modified xsi:type="dcterms:W3CDTF">2026-10-22T10:45:38Z</dcterms:modified>
</cp:coreProperties>
</file>