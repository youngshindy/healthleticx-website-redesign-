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3-Muskelaufbau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346644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MUSKELAUFBAU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8051661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Fortschritt,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den du siehst.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535471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Einheiten und Übungen loggen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484929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Protein und Makros im Blick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4577834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Dauer und Puls auswerten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END-Nische-3-Muskelaufbau_Post_1080x1350</dc:title>
  <dc:subject>PptxGenJS Presentation</dc:subject>
  <dc:creator>healthleticx</dc:creator>
  <cp:lastModifiedBy>healthleticx</cp:lastModifiedBy>
  <cp:revision>1</cp:revision>
  <dcterms:created xsi:type="dcterms:W3CDTF">2026-10-22T10:36:08Z</dcterms:created>
  <dcterms:modified xsi:type="dcterms:W3CDTF">2026-10-22T10:36:08Z</dcterms:modified>
</cp:coreProperties>
</file>