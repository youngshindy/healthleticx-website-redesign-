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287000" cy="12858750"/>
  <p:notesSz cx="1285875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ealthleticx-website-redesign-/hlx-werbematerial/.build/END-Nische-3-Muskelaufbau_Post_1080x1350_bg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0100" y="1905000"/>
            <a:ext cx="3466445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100" b="1" spc="290" kern="0" dirty="0">
                <a:solidFill>
                  <a:srgbClr val="FFFF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MUSKELAUFBAU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800100" y="2390775"/>
            <a:ext cx="8051661" cy="1666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0" b="1" spc="-60" kern="0" dirty="0">
                <a:solidFill>
                  <a:srgbClr val="EEF3EE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Fortschritt,</a:t>
            </a:r>
            <a:endParaRPr lang="en-US" sz="6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6000" b="1" spc="-60" kern="0" dirty="0">
                <a:solidFill>
                  <a:srgbClr val="FFFF00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den du siehst.</a:t>
            </a:r>
            <a:endParaRPr lang="en-US" sz="6000" dirty="0"/>
          </a:p>
        </p:txBody>
      </p:sp>
      <p:sp>
        <p:nvSpPr>
          <p:cNvPr id="5" name="Text 2"/>
          <p:cNvSpPr/>
          <p:nvPr/>
        </p:nvSpPr>
        <p:spPr>
          <a:xfrm>
            <a:off x="1348680" y="5160615"/>
            <a:ext cx="5354717" cy="409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Einheiten und Übungen loggen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1348680" y="5865465"/>
            <a:ext cx="4849297" cy="409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Protein und Makros im Blick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348680" y="6570315"/>
            <a:ext cx="4577834" cy="409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Dauer und Puls auswerten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238250" y="11096625"/>
            <a:ext cx="3548955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550" b="1" dirty="0">
                <a:solidFill>
                  <a:srgbClr val="04201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Kostenlos starten</a:t>
            </a:r>
            <a:endParaRPr lang="en-US" sz="2550" dirty="0"/>
          </a:p>
        </p:txBody>
      </p:sp>
      <p:sp>
        <p:nvSpPr>
          <p:cNvPr id="9" name="Text 6"/>
          <p:cNvSpPr/>
          <p:nvPr/>
        </p:nvSpPr>
        <p:spPr>
          <a:xfrm>
            <a:off x="800100" y="11830050"/>
            <a:ext cx="633412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950" b="1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Premium, wenn du mehr willst · @healthleticx</a:t>
            </a:r>
            <a:endParaRPr lang="en-US" sz="1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END-Nische-3-Muskelaufbau_Post_1080x1350</dc:title>
  <dc:subject>PptxGenJS Presentation</dc:subject>
  <dc:creator>healthleticx</dc:creator>
  <cp:lastModifiedBy>healthleticx</cp:lastModifiedBy>
  <cp:revision>1</cp:revision>
  <dcterms:created xsi:type="dcterms:W3CDTF">2026-10-22T10:45:33Z</dcterms:created>
  <dcterms:modified xsi:type="dcterms:W3CDTF">2026-10-22T10:45:33Z</dcterms:modified>
</cp:coreProperties>
</file>