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2-Berufstaetige_Post_1080x135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413831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BERUFSTÄTIGE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7161014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Wenig Zeit?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Gut geplant.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60615"/>
            <a:ext cx="584638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Mahlzeiten in Sekunden eintragen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865465"/>
            <a:ext cx="4706957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Meal Prep mit Einkaufsliste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570315"/>
            <a:ext cx="5494199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Training, das in den Alltag passt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END-Nische-2-Berufstaetige_Post_1080x1350</dc:title>
  <dc:subject>PptxGenJS Presentation</dc:subject>
  <dc:creator>healthleticx</dc:creator>
  <cp:lastModifiedBy>healthleticx</cp:lastModifiedBy>
  <cp:revision>1</cp:revision>
  <dcterms:created xsi:type="dcterms:W3CDTF">2026-10-22T10:45:31Z</dcterms:created>
  <dcterms:modified xsi:type="dcterms:W3CDTF">2026-10-22T10:45:31Z</dcterms:modified>
</cp:coreProperties>
</file>