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2-Berufstaetige_Post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1905000"/>
            <a:ext cx="413831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BERUFSTÄTIGE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390775"/>
            <a:ext cx="7161014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Wenig Zeit?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Gut geplant.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348680" y="5160615"/>
            <a:ext cx="5846385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Mahlzeiten in Sekunden eintragen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348680" y="5865465"/>
            <a:ext cx="4706957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Meal Prep mit Einkaufsliste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348680" y="6570315"/>
            <a:ext cx="5494199" cy="409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das in den Alltag passt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238250" y="11096625"/>
            <a:ext cx="35489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5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800100" y="11830050"/>
            <a:ext cx="63341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END-Nische-2-Berufstaetige_Post_1080x1350</dc:title>
  <dc:subject>PptxGenJS Presentation</dc:subject>
  <dc:creator>healthleticx</dc:creator>
  <cp:lastModifiedBy>healthleticx</cp:lastModifiedBy>
  <cp:revision>1</cp:revision>
  <dcterms:created xsi:type="dcterms:W3CDTF">2026-10-22T10:36:07Z</dcterms:created>
  <dcterms:modified xsi:type="dcterms:W3CDTF">2026-10-22T10:36:07Z</dcterms:modified>
</cp:coreProperties>
</file>