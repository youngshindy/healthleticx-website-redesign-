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ealthleticx-website-redesign-/hlx-werbematerial/.build/END-Nische-5-Zuhause_Story_1080x1920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861727" y="3524250"/>
            <a:ext cx="4563547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50" b="1" spc="320" kern="0" dirty="0">
                <a:solidFill>
                  <a:srgbClr val="FFFF0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TRAINING ZU HAUSE</a:t>
            </a:r>
            <a:endParaRPr lang="en-US" sz="2250" dirty="0"/>
          </a:p>
        </p:txBody>
      </p:sp>
      <p:sp>
        <p:nvSpPr>
          <p:cNvPr id="4" name="Text 1"/>
          <p:cNvSpPr/>
          <p:nvPr/>
        </p:nvSpPr>
        <p:spPr>
          <a:xfrm>
            <a:off x="539294" y="4057650"/>
            <a:ext cx="9208413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EEF3EE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Kein Studio?</a:t>
            </a:r>
            <a:endParaRPr lang="en-US" sz="69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6900" b="1" spc="-70" kern="0" dirty="0">
                <a:solidFill>
                  <a:srgbClr val="FFFF00"/>
                </a:solidFill>
                <a:latin typeface="Archivo Black" pitchFamily="34" charset="0"/>
                <a:ea typeface="Archivo Black" pitchFamily="34" charset="-122"/>
                <a:cs typeface="Archivo Black" pitchFamily="34" charset="-120"/>
              </a:rPr>
              <a:t>Kein Problem.</a:t>
            </a:r>
            <a:endParaRPr lang="en-US" sz="6900" dirty="0"/>
          </a:p>
        </p:txBody>
      </p:sp>
      <p:sp>
        <p:nvSpPr>
          <p:cNvPr id="5" name="Text 2"/>
          <p:cNvSpPr/>
          <p:nvPr/>
        </p:nvSpPr>
        <p:spPr>
          <a:xfrm>
            <a:off x="2124968" y="11258550"/>
            <a:ext cx="7537490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Zu Hause oder draußen trainieren</a:t>
            </a:r>
            <a:endParaRPr lang="en-US" sz="3150" dirty="0"/>
          </a:p>
        </p:txBody>
      </p:sp>
      <p:sp>
        <p:nvSpPr>
          <p:cNvPr id="6" name="Text 3"/>
          <p:cNvSpPr/>
          <p:nvPr/>
        </p:nvSpPr>
        <p:spPr>
          <a:xfrm>
            <a:off x="2124968" y="12005221"/>
            <a:ext cx="4711779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Eigener Übungspool</a:t>
            </a:r>
            <a:endParaRPr lang="en-US" sz="3150" dirty="0"/>
          </a:p>
        </p:txBody>
      </p:sp>
      <p:sp>
        <p:nvSpPr>
          <p:cNvPr id="7" name="Text 4"/>
          <p:cNvSpPr/>
          <p:nvPr/>
        </p:nvSpPr>
        <p:spPr>
          <a:xfrm>
            <a:off x="2124968" y="12751891"/>
            <a:ext cx="5314355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EEF3E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Fortschritt automatisch</a:t>
            </a:r>
            <a:endParaRPr lang="en-US" sz="3150" dirty="0"/>
          </a:p>
        </p:txBody>
      </p:sp>
      <p:sp>
        <p:nvSpPr>
          <p:cNvPr id="8" name="Text 5"/>
          <p:cNvSpPr/>
          <p:nvPr/>
        </p:nvSpPr>
        <p:spPr>
          <a:xfrm>
            <a:off x="3414861" y="14554200"/>
            <a:ext cx="4339233" cy="514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3150" b="1" dirty="0">
                <a:solidFill>
                  <a:srgbClr val="04201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Kostenlos starten</a:t>
            </a:r>
            <a:endParaRPr lang="en-US" sz="3150" dirty="0"/>
          </a:p>
        </p:txBody>
      </p:sp>
      <p:sp>
        <p:nvSpPr>
          <p:cNvPr id="9" name="Text 6"/>
          <p:cNvSpPr/>
          <p:nvPr/>
        </p:nvSpPr>
        <p:spPr>
          <a:xfrm>
            <a:off x="2189708" y="15468600"/>
            <a:ext cx="7279422" cy="381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50" b="1" dirty="0">
                <a:solidFill>
                  <a:srgbClr val="A9C2B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Premium, wenn du mehr willst · @healthleticx</a:t>
            </a:r>
            <a:endParaRPr lang="en-US" sz="2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END-Nische-5-Zuhause_Story_1080x1920</dc:title>
  <dc:subject>PptxGenJS Presentation</dc:subject>
  <dc:creator>healthleticx</dc:creator>
  <cp:lastModifiedBy>healthleticx</cp:lastModifiedBy>
  <cp:revision>1</cp:revision>
  <dcterms:created xsi:type="dcterms:W3CDTF">2026-10-22T10:36:11Z</dcterms:created>
  <dcterms:modified xsi:type="dcterms:W3CDTF">2026-10-22T10:36:11Z</dcterms:modified>
</cp:coreProperties>
</file>