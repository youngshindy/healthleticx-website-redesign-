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5-Zuhause_Story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61727" y="3524250"/>
            <a:ext cx="456354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 ZU HAUSE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39294" y="4057650"/>
            <a:ext cx="9208413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Kein Studio?</a:t>
            </a:r>
            <a:endParaRPr lang="en-US" sz="6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Kein Problem.</a:t>
            </a:r>
            <a:endParaRPr lang="en-US" sz="6900" dirty="0"/>
          </a:p>
        </p:txBody>
      </p:sp>
      <p:sp>
        <p:nvSpPr>
          <p:cNvPr id="5" name="Text 2"/>
          <p:cNvSpPr/>
          <p:nvPr/>
        </p:nvSpPr>
        <p:spPr>
          <a:xfrm>
            <a:off x="2124968" y="11258550"/>
            <a:ext cx="753749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Zu Hause oder draußen trainieren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2124968" y="12005221"/>
            <a:ext cx="471177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Eigener Übungspool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2124968" y="12751891"/>
            <a:ext cx="531435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Fortschritt automatisch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3414861" y="14554200"/>
            <a:ext cx="433923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2189708" y="15468600"/>
            <a:ext cx="72794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END-Nische-5-Zuhause_Story_1080x1920</dc:title>
  <dc:subject>PptxGenJS Presentation</dc:subject>
  <dc:creator>healthleticx</dc:creator>
  <cp:lastModifiedBy>healthleticx</cp:lastModifiedBy>
  <cp:revision>1</cp:revision>
  <dcterms:created xsi:type="dcterms:W3CDTF">2026-10-22T10:45:35Z</dcterms:created>
  <dcterms:modified xsi:type="dcterms:W3CDTF">2026-10-22T10:45:35Z</dcterms:modified>
</cp:coreProperties>
</file>