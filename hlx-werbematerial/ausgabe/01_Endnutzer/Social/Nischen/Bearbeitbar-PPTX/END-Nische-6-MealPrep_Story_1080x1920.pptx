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6-MealPrep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00930" y="3524250"/>
            <a:ext cx="58851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 &amp; MEAL PREP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828258" y="4057650"/>
            <a:ext cx="8630483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Gut essen.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Ohne Stress.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4304228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speichern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611892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KI-Meal-Plan für die Woche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5874068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Einkaufsliste automatisch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END-Nische-6-MealPrep_Story_1080x1920</dc:title>
  <dc:subject>PptxGenJS Presentation</dc:subject>
  <dc:creator>healthleticx</dc:creator>
  <cp:lastModifiedBy>healthleticx</cp:lastModifiedBy>
  <cp:revision>1</cp:revision>
  <dcterms:created xsi:type="dcterms:W3CDTF">2026-10-22T10:45:37Z</dcterms:created>
  <dcterms:modified xsi:type="dcterms:W3CDTF">2026-10-22T10:45:37Z</dcterms:modified>
</cp:coreProperties>
</file>