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Nische-7-Balance_Post_1080x135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1905000"/>
            <a:ext cx="4159746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SCHLAF &amp; BALANCE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390775"/>
            <a:ext cx="7143690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Mehr als</a:t>
            </a:r>
            <a:endParaRPr lang="en-US" sz="6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nur Training.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348680" y="5160615"/>
            <a:ext cx="2650629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Schlaf im Blick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48680" y="5865465"/>
            <a:ext cx="2965311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Tägliche Streaks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48680" y="6570315"/>
            <a:ext cx="4714994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Kalender und Supplements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38250" y="11096625"/>
            <a:ext cx="354895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800100" y="11830050"/>
            <a:ext cx="63341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END-Nische-7-Balance_Post_1080x1350</dc:title>
  <dc:subject>PptxGenJS Presentation</dc:subject>
  <dc:creator>healthleticx</dc:creator>
  <cp:lastModifiedBy>healthleticx</cp:lastModifiedBy>
  <cp:revision>1</cp:revision>
  <dcterms:created xsi:type="dcterms:W3CDTF">2026-10-22T10:45:40Z</dcterms:created>
  <dcterms:modified xsi:type="dcterms:W3CDTF">2026-10-22T10:45:40Z</dcterms:modified>
</cp:coreProperties>
</file>