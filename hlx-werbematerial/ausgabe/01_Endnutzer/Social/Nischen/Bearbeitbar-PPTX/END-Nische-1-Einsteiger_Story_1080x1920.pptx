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1-Einsteiger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45718" y="3524250"/>
            <a:ext cx="379541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EINSTEIGER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55558" y="4057650"/>
            <a:ext cx="8975884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Starte da,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wo du stehst.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5440085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Vorlagen für jedes Level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632912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Kleine Routinen, die bleiben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6967597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Studio, zu Hause oder draußen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END-Nische-1-Einsteiger_Story_1080x1920</dc:title>
  <dc:subject>PptxGenJS Presentation</dc:subject>
  <dc:creator>healthleticx</dc:creator>
  <cp:lastModifiedBy>healthleticx</cp:lastModifiedBy>
  <cp:revision>1</cp:revision>
  <dcterms:created xsi:type="dcterms:W3CDTF">2026-10-22T10:45:29Z</dcterms:created>
  <dcterms:modified xsi:type="dcterms:W3CDTF">2026-10-22T10:45:29Z</dcterms:modified>
</cp:coreProperties>
</file>