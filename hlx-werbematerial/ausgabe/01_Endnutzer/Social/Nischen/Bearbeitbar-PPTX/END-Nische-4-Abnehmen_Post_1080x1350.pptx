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4-Abnehmen_Post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582048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ABNEHMEN OHNE VERZICHT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8349198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 Ziel.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Ohne Verbote.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5160615"/>
            <a:ext cx="511111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Kalorienbilanz auf einen Blick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5865465"/>
            <a:ext cx="428119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Rezepte, die schmecken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562725"/>
            <a:ext cx="4321909" cy="775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Streaks statt schlechtem Gewissen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END-Nische-4-Abnehmen_Post_1080x1350</dc:title>
  <dc:subject>PptxGenJS Presentation</dc:subject>
  <dc:creator>healthleticx</dc:creator>
  <cp:lastModifiedBy>healthleticx</cp:lastModifiedBy>
  <cp:revision>1</cp:revision>
  <dcterms:created xsi:type="dcterms:W3CDTF">2026-10-22T10:36:10Z</dcterms:created>
  <dcterms:modified xsi:type="dcterms:W3CDTF">2026-10-22T10:36:10Z</dcterms:modified>
</cp:coreProperties>
</file>