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8-Sportler_Story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1797" y="3524250"/>
            <a:ext cx="344340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SPORTLER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799451" y="4057650"/>
            <a:ext cx="668809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Healthy &amp;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Athletic.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780627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Ernährung, Schlaf vereint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485286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Daten, die motivieren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495752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Routinen wie ein Profi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END-Nische-8-Sportler_Story_1080x1920</dc:title>
  <dc:subject>PptxGenJS Presentation</dc:subject>
  <dc:creator>healthleticx</dc:creator>
  <cp:lastModifiedBy>healthleticx</cp:lastModifiedBy>
  <cp:revision>1</cp:revision>
  <dcterms:created xsi:type="dcterms:W3CDTF">2026-10-22T10:36:15Z</dcterms:created>
  <dcterms:modified xsi:type="dcterms:W3CDTF">2026-10-22T10:36:15Z</dcterms:modified>
</cp:coreProperties>
</file>