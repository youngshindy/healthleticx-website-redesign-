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000500" cy="5543550"/>
  <p:notesSz cx="5543550" cy="4000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GYM-QR-Aufsteller-A6-hoch_3mm-Beschnitt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000500" cy="554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7998" y="899964"/>
            <a:ext cx="245989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spc="10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TRAINIERST DU SCHON SMART?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361712" y="1085106"/>
            <a:ext cx="3272314" cy="825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900" b="1" spc="-2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Dein Training.</a:t>
            </a:r>
            <a:endParaRPr lang="en-US" sz="1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900" b="1" spc="-2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Deine Ernährung.</a:t>
            </a:r>
            <a:endParaRPr lang="en-US" sz="1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900" b="1" spc="-2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Eine App.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85782" y="4054822"/>
            <a:ext cx="362432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spc="-1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Scannen &amp; </a:t>
            </a:r>
            <a:pPr algn="ctr" indent="0" marL="0">
              <a:lnSpc>
                <a:spcPct val="100000"/>
              </a:lnSpc>
              <a:buNone/>
            </a:pPr>
            <a:r>
              <a:rPr lang="en-US" sz="1250" b="1" spc="-1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kostenlos starten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221462" y="4277023"/>
            <a:ext cx="15528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 Together · @healthleticx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1075090" y="5051971"/>
            <a:ext cx="101613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spc="4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POWERED BY</a:t>
            </a:r>
            <a:endParaRPr lang="en-US" sz="740" dirty="0"/>
          </a:p>
        </p:txBody>
      </p:sp>
      <p:sp>
        <p:nvSpPr>
          <p:cNvPr id="8" name="Text 5"/>
          <p:cNvSpPr/>
          <p:nvPr/>
        </p:nvSpPr>
        <p:spPr>
          <a:xfrm>
            <a:off x="3290292" y="5297686"/>
            <a:ext cx="8429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spc="4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HLX-GYM-A6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GYM-QR-Aufsteller-A6-hoch_3mm-Beschnitt</dc:title>
  <dc:subject>PptxGenJS Presentation</dc:subject>
  <dc:creator>healthleticx</dc:creator>
  <cp:lastModifiedBy>healthleticx</cp:lastModifiedBy>
  <cp:revision>1</cp:revision>
  <dcterms:created xsi:type="dcterms:W3CDTF">2026-10-22T10:45:59Z</dcterms:created>
  <dcterms:modified xsi:type="dcterms:W3CDTF">2026-10-22T10:45:59Z</dcterms:modified>
</cp:coreProperties>
</file>