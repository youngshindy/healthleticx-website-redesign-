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5543550" cy="7772400"/>
  <p:notesSz cx="7772400" cy="554355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ealthleticx-website-redesign-/hlx-werbematerial/.build/GYM-QR-Aufsteller-A5-hoch_CoBranding-beispiel_3mm-Beschnitt_bg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543550" cy="7772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14807" y="641896"/>
            <a:ext cx="351592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90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×</a:t>
            </a:r>
            <a:endParaRPr lang="en-US" sz="1690" dirty="0"/>
          </a:p>
        </p:txBody>
      </p:sp>
      <p:sp>
        <p:nvSpPr>
          <p:cNvPr id="4" name="Text 1"/>
          <p:cNvSpPr/>
          <p:nvPr/>
        </p:nvSpPr>
        <p:spPr>
          <a:xfrm>
            <a:off x="2032486" y="1420564"/>
            <a:ext cx="1478875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60" b="1" spc="150" kern="0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NEU BEI UNS</a:t>
            </a:r>
            <a:endParaRPr lang="en-US" sz="1060" dirty="0"/>
          </a:p>
        </p:txBody>
      </p:sp>
      <p:sp>
        <p:nvSpPr>
          <p:cNvPr id="5" name="Text 2"/>
          <p:cNvSpPr/>
          <p:nvPr/>
        </p:nvSpPr>
        <p:spPr>
          <a:xfrm>
            <a:off x="505673" y="1680716"/>
            <a:ext cx="4532650" cy="11316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2680" b="1" spc="-3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Dein Training.</a:t>
            </a:r>
            <a:endParaRPr lang="en-US" sz="268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2680" b="1" spc="-3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Deine Ernährung.</a:t>
            </a:r>
            <a:endParaRPr lang="en-US" sz="268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2680" b="1" spc="-30" kern="0" dirty="0">
                <a:solidFill>
                  <a:srgbClr val="FFFF0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Eine App.</a:t>
            </a:r>
            <a:endParaRPr lang="en-US" sz="2680" dirty="0"/>
          </a:p>
        </p:txBody>
      </p:sp>
      <p:sp>
        <p:nvSpPr>
          <p:cNvPr id="6" name="Text 3"/>
          <p:cNvSpPr/>
          <p:nvPr/>
        </p:nvSpPr>
        <p:spPr>
          <a:xfrm>
            <a:off x="255999" y="5856982"/>
            <a:ext cx="5031998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60" b="1" spc="-2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Scannen &amp; </a:t>
            </a:r>
            <a:pPr algn="ctr" indent="0" marL="0">
              <a:lnSpc>
                <a:spcPct val="100000"/>
              </a:lnSpc>
              <a:buNone/>
            </a:pPr>
            <a:r>
              <a:rPr lang="en-US" sz="1760" b="1" spc="-20" kern="0" dirty="0">
                <a:solidFill>
                  <a:srgbClr val="FFFF0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kostenlos starten</a:t>
            </a:r>
            <a:endParaRPr lang="en-US" sz="1760" dirty="0"/>
          </a:p>
        </p:txBody>
      </p:sp>
      <p:sp>
        <p:nvSpPr>
          <p:cNvPr id="7" name="Text 4"/>
          <p:cNvSpPr/>
          <p:nvPr/>
        </p:nvSpPr>
        <p:spPr>
          <a:xfrm>
            <a:off x="1717253" y="6175772"/>
            <a:ext cx="2109490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90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HLX Together · @healthleticx</a:t>
            </a:r>
            <a:endParaRPr lang="en-US" sz="990" dirty="0"/>
          </a:p>
        </p:txBody>
      </p:sp>
      <p:sp>
        <p:nvSpPr>
          <p:cNvPr id="8" name="Text 5"/>
          <p:cNvSpPr/>
          <p:nvPr/>
        </p:nvSpPr>
        <p:spPr>
          <a:xfrm>
            <a:off x="1509727" y="7086451"/>
            <a:ext cx="1354753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40" b="1" spc="60" kern="0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POWERED BY</a:t>
            </a:r>
            <a:endParaRPr lang="en-US" sz="1040" dirty="0"/>
          </a:p>
        </p:txBody>
      </p:sp>
      <p:sp>
        <p:nvSpPr>
          <p:cNvPr id="9" name="Text 6"/>
          <p:cNvSpPr/>
          <p:nvPr/>
        </p:nvSpPr>
        <p:spPr>
          <a:xfrm>
            <a:off x="4609058" y="7529661"/>
            <a:ext cx="103846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650" spc="40" kern="0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HLX-GYM-A5-CB</a:t>
            </a:r>
            <a:endParaRPr lang="en-US" sz="650" dirty="0"/>
          </a:p>
        </p:txBody>
      </p:sp>
      <p:sp>
        <p:nvSpPr>
          <p:cNvPr id="10" name="Text 7"/>
          <p:cNvSpPr/>
          <p:nvPr/>
        </p:nvSpPr>
        <p:spPr>
          <a:xfrm>
            <a:off x="701725" y="506462"/>
            <a:ext cx="2444204" cy="508992"/>
          </a:xfrm>
          <a:prstGeom prst="roundRect">
            <a:avLst>
              <a:gd name="adj" fmla="val 14372"/>
            </a:avLst>
          </a:prstGeom>
          <a:solidFill>
            <a:srgbClr val="FFFFFF">
              <a:alpha val="15000"/>
            </a:srgbClr>
          </a:solidFill>
          <a:ln w="19050">
            <a:solidFill>
              <a:srgbClr val="FFFF00"/>
            </a:solidFill>
            <a:prstDash val="dash"/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2" b="1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Euer Logo hier einfügen</a:t>
            </a:r>
            <a:endParaRPr lang="en-US" sz="882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GYM-QR-Aufsteller-A5-hoch_CoBranding-beispiel_3mm-Beschnitt</dc:title>
  <dc:subject>PptxGenJS Presentation</dc:subject>
  <dc:creator>healthleticx</dc:creator>
  <cp:lastModifiedBy>healthleticx</cp:lastModifiedBy>
  <cp:revision>1</cp:revision>
  <dcterms:created xsi:type="dcterms:W3CDTF">2026-10-22T10:46:02Z</dcterms:created>
  <dcterms:modified xsi:type="dcterms:W3CDTF">2026-10-22T10:46:02Z</dcterms:modified>
</cp:coreProperties>
</file>