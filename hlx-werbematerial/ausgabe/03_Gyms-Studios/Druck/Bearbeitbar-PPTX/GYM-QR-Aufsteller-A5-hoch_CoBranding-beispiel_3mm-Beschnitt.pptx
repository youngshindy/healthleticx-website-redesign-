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543550" cy="7772400"/>
  <p:notesSz cx="7772400" cy="55435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QR-Aufsteller-A5-hoch_CoBranding-beispiel_3mm-Beschnit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543550" cy="7772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14807" y="641896"/>
            <a:ext cx="351592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9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×</a:t>
            </a:r>
            <a:endParaRPr lang="en-US" sz="1690" dirty="0"/>
          </a:p>
        </p:txBody>
      </p:sp>
      <p:sp>
        <p:nvSpPr>
          <p:cNvPr id="4" name="Text 1"/>
          <p:cNvSpPr/>
          <p:nvPr/>
        </p:nvSpPr>
        <p:spPr>
          <a:xfrm>
            <a:off x="2032486" y="1420564"/>
            <a:ext cx="147887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60" b="1" spc="15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NEU BEI UNS</a:t>
            </a:r>
            <a:endParaRPr lang="en-US" sz="1060" dirty="0"/>
          </a:p>
        </p:txBody>
      </p:sp>
      <p:sp>
        <p:nvSpPr>
          <p:cNvPr id="5" name="Text 2"/>
          <p:cNvSpPr/>
          <p:nvPr/>
        </p:nvSpPr>
        <p:spPr>
          <a:xfrm>
            <a:off x="505673" y="1680716"/>
            <a:ext cx="4532650" cy="1131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2680" b="1" spc="-3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 Training.</a:t>
            </a:r>
            <a:endParaRPr lang="en-US" sz="268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2680" b="1" spc="-3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Deine Ernährung.</a:t>
            </a:r>
            <a:endParaRPr lang="en-US" sz="268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2680" b="1" spc="-3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Eine App.</a:t>
            </a:r>
            <a:endParaRPr lang="en-US" sz="2680" dirty="0"/>
          </a:p>
        </p:txBody>
      </p:sp>
      <p:sp>
        <p:nvSpPr>
          <p:cNvPr id="6" name="Text 3"/>
          <p:cNvSpPr/>
          <p:nvPr/>
        </p:nvSpPr>
        <p:spPr>
          <a:xfrm>
            <a:off x="255999" y="5856982"/>
            <a:ext cx="503199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60" b="1" spc="-2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Scannen &amp; </a:t>
            </a:r>
            <a:pPr algn="ctr" indent="0" marL="0">
              <a:lnSpc>
                <a:spcPct val="100000"/>
              </a:lnSpc>
              <a:buNone/>
            </a:pPr>
            <a:r>
              <a:rPr lang="en-US" sz="1760" b="1" spc="-2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kostenlos starten</a:t>
            </a:r>
            <a:endParaRPr lang="en-US" sz="1760" dirty="0"/>
          </a:p>
        </p:txBody>
      </p:sp>
      <p:sp>
        <p:nvSpPr>
          <p:cNvPr id="7" name="Text 4"/>
          <p:cNvSpPr/>
          <p:nvPr/>
        </p:nvSpPr>
        <p:spPr>
          <a:xfrm>
            <a:off x="1717253" y="6175772"/>
            <a:ext cx="210949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9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 · @healthleticx</a:t>
            </a:r>
            <a:endParaRPr lang="en-US" sz="990" dirty="0"/>
          </a:p>
        </p:txBody>
      </p:sp>
      <p:sp>
        <p:nvSpPr>
          <p:cNvPr id="8" name="Text 5"/>
          <p:cNvSpPr/>
          <p:nvPr/>
        </p:nvSpPr>
        <p:spPr>
          <a:xfrm>
            <a:off x="1509727" y="7086451"/>
            <a:ext cx="135475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0" b="1" spc="6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1040" dirty="0"/>
          </a:p>
        </p:txBody>
      </p:sp>
      <p:sp>
        <p:nvSpPr>
          <p:cNvPr id="9" name="Text 6"/>
          <p:cNvSpPr/>
          <p:nvPr/>
        </p:nvSpPr>
        <p:spPr>
          <a:xfrm>
            <a:off x="4609058" y="7529661"/>
            <a:ext cx="10384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spc="4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HLX-GYM-A5-CB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01725" y="506462"/>
            <a:ext cx="2444204" cy="508992"/>
          </a:xfrm>
          <a:prstGeom prst="roundRect">
            <a:avLst>
              <a:gd name="adj" fmla="val 14372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0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2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Euer Logo hier einfügen</a:t>
            </a:r>
            <a:endParaRPr lang="en-US" sz="88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GYM-QR-Aufsteller-A5-hoch_CoBranding-beispiel_3mm-Beschnitt</dc:title>
  <dc:subject>PptxGenJS Presentation</dc:subject>
  <dc:creator>healthleticx</dc:creator>
  <cp:lastModifiedBy>healthleticx</cp:lastModifiedBy>
  <cp:revision>1</cp:revision>
  <dcterms:created xsi:type="dcterms:W3CDTF">2026-10-22T10:36:33Z</dcterms:created>
  <dcterms:modified xsi:type="dcterms:W3CDTF">2026-10-22T10:36:33Z</dcterms:modified>
</cp:coreProperties>
</file>