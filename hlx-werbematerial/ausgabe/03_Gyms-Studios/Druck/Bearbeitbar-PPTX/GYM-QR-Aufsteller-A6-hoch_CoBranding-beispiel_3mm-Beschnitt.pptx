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4000500" cy="5543550"/>
  <p:notesSz cx="5543550" cy="4000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healthleticx-website-redesign-/hlx-werbematerial/.build/GYM-QR-Aufsteller-A6-hoch_CoBranding-beispiel_3mm-Beschnitt_bg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000500" cy="55435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280478" y="458986"/>
            <a:ext cx="304979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×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1445225" y="1007864"/>
            <a:ext cx="1105436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b="1" spc="100" kern="0" dirty="0">
                <a:solidFill>
                  <a:srgbClr val="FFFF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NEU BEI UNS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361712" y="1193006"/>
            <a:ext cx="3272314" cy="8254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900" b="1" spc="-20" kern="0" dirty="0">
                <a:solidFill>
                  <a:srgbClr val="EEF3EE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Dein Training.</a:t>
            </a:r>
            <a:endParaRPr lang="en-US" sz="19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900" b="1" spc="-20" kern="0" dirty="0">
                <a:solidFill>
                  <a:srgbClr val="EEF3EE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Deine Ernährung.</a:t>
            </a:r>
            <a:endParaRPr lang="en-US" sz="19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900" b="1" spc="-20" kern="0" dirty="0">
                <a:solidFill>
                  <a:srgbClr val="FFFF00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Eine App.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185782" y="4162723"/>
            <a:ext cx="3624322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spc="-10" kern="0" dirty="0">
                <a:solidFill>
                  <a:srgbClr val="EEF3EE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Scannen &amp; </a:t>
            </a:r>
            <a:pPr algn="ctr" indent="0" marL="0">
              <a:lnSpc>
                <a:spcPct val="100000"/>
              </a:lnSpc>
              <a:buNone/>
            </a:pPr>
            <a:r>
              <a:rPr lang="en-US" sz="1250" b="1" spc="-10" kern="0" dirty="0">
                <a:solidFill>
                  <a:srgbClr val="FFFF00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kostenlos starten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1221462" y="4384923"/>
            <a:ext cx="155281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HLX Together · @healthleticx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1075090" y="5051971"/>
            <a:ext cx="1016139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40" b="1" spc="40" kern="0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POWERED BY</a:t>
            </a:r>
            <a:endParaRPr lang="en-US" sz="740" dirty="0"/>
          </a:p>
        </p:txBody>
      </p:sp>
      <p:sp>
        <p:nvSpPr>
          <p:cNvPr id="9" name="Text 6"/>
          <p:cNvSpPr/>
          <p:nvPr/>
        </p:nvSpPr>
        <p:spPr>
          <a:xfrm>
            <a:off x="3128814" y="5297686"/>
            <a:ext cx="103667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50" spc="40" kern="0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HLX-GYM-A6-CB</a:t>
            </a:r>
            <a:endParaRPr lang="en-US" sz="650" dirty="0"/>
          </a:p>
        </p:txBody>
      </p:sp>
      <p:sp>
        <p:nvSpPr>
          <p:cNvPr id="10" name="Text 7"/>
          <p:cNvSpPr/>
          <p:nvPr/>
        </p:nvSpPr>
        <p:spPr>
          <a:xfrm>
            <a:off x="533102" y="360759"/>
            <a:ext cx="1726257" cy="358378"/>
          </a:xfrm>
          <a:prstGeom prst="roundRect">
            <a:avLst>
              <a:gd name="adj" fmla="val 20412"/>
            </a:avLst>
          </a:prstGeom>
          <a:solidFill>
            <a:srgbClr val="FFFFFF">
              <a:alpha val="15000"/>
            </a:srgbClr>
          </a:solidFill>
          <a:ln w="19050">
            <a:solidFill>
              <a:srgbClr val="FFFF00"/>
            </a:solidFill>
            <a:prstDash val="dash"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Euer Logo hier einfügen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GYM-QR-Aufsteller-A6-hoch_CoBranding-beispiel_3mm-Beschnitt</dc:title>
  <dc:subject>PptxGenJS Presentation</dc:subject>
  <dc:creator>healthleticx</dc:creator>
  <cp:lastModifiedBy>healthleticx</cp:lastModifiedBy>
  <cp:revision>1</cp:revision>
  <dcterms:created xsi:type="dcterms:W3CDTF">2026-10-22T10:46:00Z</dcterms:created>
  <dcterms:modified xsi:type="dcterms:W3CDTF">2026-10-22T10:46:00Z</dcterms:modified>
</cp:coreProperties>
</file>