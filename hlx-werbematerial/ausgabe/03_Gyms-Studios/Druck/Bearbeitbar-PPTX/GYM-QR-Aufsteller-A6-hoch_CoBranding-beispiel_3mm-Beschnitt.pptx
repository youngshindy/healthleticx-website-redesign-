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4000500" cy="5543550"/>
  <p:notesSz cx="5543550" cy="4000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QR-Aufsteller-A6-hoch_CoBranding-beispiel_3mm-Beschnitt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000500" cy="55435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0478" y="458986"/>
            <a:ext cx="30497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×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445225" y="1007864"/>
            <a:ext cx="11054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b="1" spc="10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BEI UNS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361712" y="1193006"/>
            <a:ext cx="3272314" cy="825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900" b="1" spc="-2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 Training.</a:t>
            </a:r>
            <a:endParaRPr lang="en-US" sz="1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900" b="1" spc="-2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Deine Ernährung.</a:t>
            </a:r>
            <a:endParaRPr lang="en-US" sz="1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900" b="1" spc="-2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Eine App.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85782" y="4162723"/>
            <a:ext cx="362432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spc="-1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Scannen &amp; </a:t>
            </a:r>
            <a:pPr algn="ctr" indent="0" marL="0">
              <a:lnSpc>
                <a:spcPct val="100000"/>
              </a:lnSpc>
              <a:buNone/>
            </a:pPr>
            <a:r>
              <a:rPr lang="en-US" sz="1250" b="1" spc="-1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kostenlos starten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221462" y="4384923"/>
            <a:ext cx="15528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 · @healthleticx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1075090" y="5051971"/>
            <a:ext cx="101613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spc="4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740" dirty="0"/>
          </a:p>
        </p:txBody>
      </p:sp>
      <p:sp>
        <p:nvSpPr>
          <p:cNvPr id="9" name="Text 6"/>
          <p:cNvSpPr/>
          <p:nvPr/>
        </p:nvSpPr>
        <p:spPr>
          <a:xfrm>
            <a:off x="3128814" y="5297686"/>
            <a:ext cx="103667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50" spc="4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HLX-GYM-A6-CB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533102" y="360759"/>
            <a:ext cx="1726257" cy="358378"/>
          </a:xfrm>
          <a:prstGeom prst="roundRect">
            <a:avLst>
              <a:gd name="adj" fmla="val 20412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Euer Logo hier einfügen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GYM-QR-Aufsteller-A6-hoch_CoBranding-beispiel_3mm-Beschnitt</dc:title>
  <dc:subject>PptxGenJS Presentation</dc:subject>
  <dc:creator>healthleticx</dc:creator>
  <cp:lastModifiedBy>healthleticx</cp:lastModifiedBy>
  <cp:revision>1</cp:revision>
  <dcterms:created xsi:type="dcterms:W3CDTF">2026-10-22T10:36:32Z</dcterms:created>
  <dcterms:modified xsi:type="dcterms:W3CDTF">2026-10-22T10:36:32Z</dcterms:modified>
</cp:coreProperties>
</file>