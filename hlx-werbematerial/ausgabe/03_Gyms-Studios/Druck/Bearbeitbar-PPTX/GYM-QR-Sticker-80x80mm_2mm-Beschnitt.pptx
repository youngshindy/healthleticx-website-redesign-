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19425" cy="3019425"/>
  <p:notesSz cx="3019425" cy="30194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QR-Sticker-80x80mm_2mm-Beschnitt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19425" cy="30194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15752" y="242441"/>
            <a:ext cx="138136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-1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Scan mich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99207" y="2613571"/>
            <a:ext cx="9661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b="1" spc="4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GYM-QR-Sticker-80x80mm_2mm-Beschnitt</dc:title>
  <dc:subject>PptxGenJS Presentation</dc:subject>
  <dc:creator>healthleticx</dc:creator>
  <cp:lastModifiedBy>healthleticx</cp:lastModifiedBy>
  <cp:revision>1</cp:revision>
  <dcterms:created xsi:type="dcterms:W3CDTF">2026-10-22T10:46:02Z</dcterms:created>
  <dcterms:modified xsi:type="dcterms:W3CDTF">2026-10-22T10:46:02Z</dcterms:modified>
</cp:coreProperties>
</file>