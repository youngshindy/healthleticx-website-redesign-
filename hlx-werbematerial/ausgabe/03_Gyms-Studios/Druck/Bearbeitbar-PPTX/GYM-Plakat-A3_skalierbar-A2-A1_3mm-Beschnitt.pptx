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06125" cy="15335250"/>
  <p:notesSz cx="15335250" cy="109061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Plakat-A3_skalierbar-A2-A1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06125" cy="153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898" y="2152352"/>
            <a:ext cx="34042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21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ALLE MITGLIEDER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55898" y="2539752"/>
            <a:ext cx="10555545" cy="17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Trainiere smarter.</a:t>
            </a:r>
            <a:endParaRPr lang="en-US" sz="6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2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Iss entspannter.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755898" y="4469309"/>
            <a:ext cx="8722816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Mit HLX Together hast du Training, Ernährung und Routinen in einer App. Kostenlos starten, direkt hier im Studio.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547506" y="13240345"/>
            <a:ext cx="2473107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99370" y="14345096"/>
            <a:ext cx="11775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spc="5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863947" y="14907220"/>
            <a:ext cx="20105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spc="5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HLX-GYM-P01 · @healthleticx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GYM-Plakat-A3_skalierbar-A2-A1_3mm-Beschnitt</dc:title>
  <dc:subject>PptxGenJS Presentation</dc:subject>
  <dc:creator>healthleticx</dc:creator>
  <cp:lastModifiedBy>healthleticx</cp:lastModifiedBy>
  <cp:revision>1</cp:revision>
  <dcterms:created xsi:type="dcterms:W3CDTF">2026-10-22T10:46:08Z</dcterms:created>
  <dcterms:modified xsi:type="dcterms:W3CDTF">2026-10-22T10:46:08Z</dcterms:modified>
</cp:coreProperties>
</file>