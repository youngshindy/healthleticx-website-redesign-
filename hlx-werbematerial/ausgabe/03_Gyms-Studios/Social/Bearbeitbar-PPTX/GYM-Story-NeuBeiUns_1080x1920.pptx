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Story-NeuBeiUns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84332" y="3810000"/>
            <a:ext cx="3118187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spc="34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NEU BEI UNS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172245" y="4333875"/>
            <a:ext cx="7942362" cy="301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Training &amp; Ernährung.</a:t>
            </a:r>
            <a:endParaRPr lang="en-US" sz="7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Eine App.</a:t>
            </a:r>
            <a:endParaRPr lang="en-US" sz="7500" dirty="0"/>
          </a:p>
        </p:txBody>
      </p:sp>
      <p:sp>
        <p:nvSpPr>
          <p:cNvPr id="5" name="Text 2"/>
          <p:cNvSpPr/>
          <p:nvPr/>
        </p:nvSpPr>
        <p:spPr>
          <a:xfrm>
            <a:off x="2547640" y="14344650"/>
            <a:ext cx="6420386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QR-Code im Studio scannen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847802" y="15340905"/>
            <a:ext cx="160014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spc="8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GYM-Story-NeuBeiUns_1080x1920</dc:title>
  <dc:subject>PptxGenJS Presentation</dc:subject>
  <dc:creator>healthleticx</dc:creator>
  <cp:lastModifiedBy>healthleticx</cp:lastModifiedBy>
  <cp:revision>1</cp:revision>
  <dcterms:created xsi:type="dcterms:W3CDTF">2026-10-22T10:46:11Z</dcterms:created>
  <dcterms:modified xsi:type="dcterms:W3CDTF">2026-10-22T10:46:11Z</dcterms:modified>
</cp:coreProperties>
</file>