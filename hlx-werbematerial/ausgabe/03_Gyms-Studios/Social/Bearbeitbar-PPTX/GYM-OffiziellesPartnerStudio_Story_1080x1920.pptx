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OffiziellesPartnerStudio_Story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75936" y="3619500"/>
            <a:ext cx="293512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NEU BEI UNS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48020" y="4152900"/>
            <a:ext cx="9590961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Wir sind</a:t>
            </a:r>
            <a:endParaRPr lang="en-US" sz="7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offiziell dabei.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607356" y="7467600"/>
            <a:ext cx="307228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60" kern="0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OFFIZIELLES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932697" y="7858125"/>
            <a:ext cx="6421457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0" b="1" spc="-4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Partner-Studio</a:t>
            </a:r>
            <a:endParaRPr lang="en-US" sz="4500" dirty="0"/>
          </a:p>
        </p:txBody>
      </p:sp>
      <p:sp>
        <p:nvSpPr>
          <p:cNvPr id="7" name="Text 4"/>
          <p:cNvSpPr/>
          <p:nvPr/>
        </p:nvSpPr>
        <p:spPr>
          <a:xfrm>
            <a:off x="663773" y="11010900"/>
            <a:ext cx="8959453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Unsere Mitglieder trainieren ab sofort mit HLX Together. QR-Code im Studio scannen.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3400738" y="12954000"/>
            <a:ext cx="348537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Studioname · Ort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3497163" y="14344650"/>
            <a:ext cx="4141708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977134" y="15301317"/>
            <a:ext cx="14595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spc="7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857250" y="2000250"/>
            <a:ext cx="2476500" cy="952500"/>
          </a:xfrm>
          <a:prstGeom prst="roundRect">
            <a:avLst>
              <a:gd name="adj" fmla="val 768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0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Dein Logo hier einfügen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GYM-OffiziellesPartnerStudio_Story_1080x1920</dc:title>
  <dc:subject>PptxGenJS Presentation</dc:subject>
  <dc:creator>healthleticx</dc:creator>
  <cp:lastModifiedBy>healthleticx</cp:lastModifiedBy>
  <cp:revision>1</cp:revision>
  <dcterms:created xsi:type="dcterms:W3CDTF">2026-10-22T10:45:43Z</dcterms:created>
  <dcterms:modified xsi:type="dcterms:W3CDTF">2026-10-22T10:45:43Z</dcterms:modified>
</cp:coreProperties>
</file>