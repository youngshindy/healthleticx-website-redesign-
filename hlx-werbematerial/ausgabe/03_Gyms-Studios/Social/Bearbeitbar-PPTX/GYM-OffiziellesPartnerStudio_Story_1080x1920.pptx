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GYM-OffiziellesPartnerStudio_Story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75936" y="3619500"/>
            <a:ext cx="2935129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NEU BEI UNS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348020" y="4152900"/>
            <a:ext cx="9590961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Wir sind</a:t>
            </a:r>
            <a:endParaRPr lang="en-US" sz="7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offiziell dabei.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3607356" y="7467600"/>
            <a:ext cx="3072289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60" kern="0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OFFIZIELLES</a:t>
            </a:r>
            <a:endParaRPr lang="en-US" sz="2250" dirty="0"/>
          </a:p>
        </p:txBody>
      </p:sp>
      <p:sp>
        <p:nvSpPr>
          <p:cNvPr id="6" name="Text 3"/>
          <p:cNvSpPr/>
          <p:nvPr/>
        </p:nvSpPr>
        <p:spPr>
          <a:xfrm>
            <a:off x="1932697" y="7858125"/>
            <a:ext cx="6421457" cy="704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500" b="1" spc="-40" kern="0" dirty="0">
                <a:solidFill>
                  <a:srgbClr val="04201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Partner-Studio</a:t>
            </a:r>
            <a:endParaRPr lang="en-US" sz="4500" dirty="0"/>
          </a:p>
        </p:txBody>
      </p:sp>
      <p:sp>
        <p:nvSpPr>
          <p:cNvPr id="7" name="Text 4"/>
          <p:cNvSpPr/>
          <p:nvPr/>
        </p:nvSpPr>
        <p:spPr>
          <a:xfrm>
            <a:off x="663773" y="11010900"/>
            <a:ext cx="8959453" cy="97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85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Unsere Mitglieder trainieren ab sofort mit HLX Together. QR-Code im Studio scannen.</a:t>
            </a:r>
            <a:endParaRPr lang="en-US" sz="2850" dirty="0"/>
          </a:p>
        </p:txBody>
      </p:sp>
      <p:sp>
        <p:nvSpPr>
          <p:cNvPr id="8" name="Text 5"/>
          <p:cNvSpPr/>
          <p:nvPr/>
        </p:nvSpPr>
        <p:spPr>
          <a:xfrm>
            <a:off x="3400738" y="12954000"/>
            <a:ext cx="3485376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Studioname · Ort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3497163" y="14344650"/>
            <a:ext cx="4141708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3977134" y="15301317"/>
            <a:ext cx="145958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30" b="1" spc="70" kern="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POWERED BY</a:t>
            </a:r>
            <a:endParaRPr lang="en-US" sz="1130" dirty="0"/>
          </a:p>
        </p:txBody>
      </p:sp>
      <p:sp>
        <p:nvSpPr>
          <p:cNvPr id="11" name="Text 8"/>
          <p:cNvSpPr/>
          <p:nvPr/>
        </p:nvSpPr>
        <p:spPr>
          <a:xfrm>
            <a:off x="857250" y="2000250"/>
            <a:ext cx="2476500" cy="952500"/>
          </a:xfrm>
          <a:prstGeom prst="roundRect">
            <a:avLst>
              <a:gd name="adj" fmla="val 7680"/>
            </a:avLst>
          </a:prstGeom>
          <a:solidFill>
            <a:srgbClr val="FFFFFF">
              <a:alpha val="15000"/>
            </a:srgbClr>
          </a:solidFill>
          <a:ln w="19050">
            <a:solidFill>
              <a:srgbClr val="FFFF00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Dein Logo hier einfügen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GYM-OffiziellesPartnerStudio_Story_1080x1920</dc:title>
  <dc:subject>PptxGenJS Presentation</dc:subject>
  <dc:creator>healthleticx</dc:creator>
  <cp:lastModifiedBy>healthleticx</cp:lastModifiedBy>
  <cp:revision>1</cp:revision>
  <dcterms:created xsi:type="dcterms:W3CDTF">2026-10-22T10:36:18Z</dcterms:created>
  <dcterms:modified xsi:type="dcterms:W3CDTF">2026-10-22T10:36:18Z</dcterms:modified>
</cp:coreProperties>
</file>