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0287000" cy="18288000"/>
  <p:notesSz cx="18288000" cy="10287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healthleticx-website-redesign-/hlx-werbematerial/.build/GYM-Story-NeuBeiUns_CoBranding-beispiel_1080x1920_bg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0287000" cy="1828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148536" y="2352675"/>
            <a:ext cx="476250" cy="4857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3000" dirty="0">
                <a:solidFill>
                  <a:srgbClr val="A9C2BA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×</a:t>
            </a:r>
            <a:endParaRPr lang="en-US" sz="3000" dirty="0"/>
          </a:p>
        </p:txBody>
      </p:sp>
      <p:sp>
        <p:nvSpPr>
          <p:cNvPr id="4" name="Text 1"/>
          <p:cNvSpPr/>
          <p:nvPr/>
        </p:nvSpPr>
        <p:spPr>
          <a:xfrm>
            <a:off x="3584332" y="3810000"/>
            <a:ext cx="3118187" cy="4095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2400" b="1" spc="340" kern="0" dirty="0">
                <a:solidFill>
                  <a:srgbClr val="FFFF00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NEU BEI UNS</a:t>
            </a:r>
            <a:endParaRPr lang="en-US" sz="2400" dirty="0"/>
          </a:p>
        </p:txBody>
      </p:sp>
      <p:sp>
        <p:nvSpPr>
          <p:cNvPr id="5" name="Text 2"/>
          <p:cNvSpPr/>
          <p:nvPr/>
        </p:nvSpPr>
        <p:spPr>
          <a:xfrm>
            <a:off x="1172245" y="4333875"/>
            <a:ext cx="7942362" cy="3019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7500" b="1" spc="-80" kern="0" dirty="0">
                <a:solidFill>
                  <a:srgbClr val="EEF3EE"/>
                </a:solidFill>
                <a:latin typeface="Archivo Black" pitchFamily="34" charset="0"/>
                <a:ea typeface="Archivo Black" pitchFamily="34" charset="-122"/>
                <a:cs typeface="Archivo Black" pitchFamily="34" charset="-120"/>
              </a:rPr>
              <a:t>Training &amp; Ernährung.</a:t>
            </a:r>
            <a:endParaRPr lang="en-US" sz="750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7500" b="1" spc="-80" kern="0" dirty="0">
                <a:solidFill>
                  <a:srgbClr val="FFFF00"/>
                </a:solidFill>
                <a:latin typeface="Archivo Black" pitchFamily="34" charset="0"/>
                <a:ea typeface="Archivo Black" pitchFamily="34" charset="-122"/>
                <a:cs typeface="Archivo Black" pitchFamily="34" charset="-120"/>
              </a:rPr>
              <a:t>Eine App.</a:t>
            </a:r>
            <a:endParaRPr lang="en-US" sz="7500" dirty="0"/>
          </a:p>
        </p:txBody>
      </p:sp>
      <p:sp>
        <p:nvSpPr>
          <p:cNvPr id="6" name="Text 3"/>
          <p:cNvSpPr/>
          <p:nvPr/>
        </p:nvSpPr>
        <p:spPr>
          <a:xfrm>
            <a:off x="2547640" y="14344650"/>
            <a:ext cx="6420386" cy="4857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3000" b="1" dirty="0">
                <a:solidFill>
                  <a:srgbClr val="04201B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QR-Code im Studio scannen</a:t>
            </a:r>
            <a:endParaRPr lang="en-US" sz="3000" dirty="0"/>
          </a:p>
        </p:txBody>
      </p:sp>
      <p:sp>
        <p:nvSpPr>
          <p:cNvPr id="7" name="Text 4"/>
          <p:cNvSpPr/>
          <p:nvPr/>
        </p:nvSpPr>
        <p:spPr>
          <a:xfrm>
            <a:off x="3847802" y="15340905"/>
            <a:ext cx="1600140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60" b="1" spc="80" kern="0" dirty="0">
                <a:solidFill>
                  <a:srgbClr val="A9C2BA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POWERED BY</a:t>
            </a:r>
            <a:endParaRPr lang="en-US" sz="1260" dirty="0"/>
          </a:p>
        </p:txBody>
      </p:sp>
      <p:sp>
        <p:nvSpPr>
          <p:cNvPr id="8" name="Text 5"/>
          <p:cNvSpPr/>
          <p:nvPr/>
        </p:nvSpPr>
        <p:spPr>
          <a:xfrm>
            <a:off x="2014984" y="2190750"/>
            <a:ext cx="3866852" cy="733425"/>
          </a:xfrm>
          <a:prstGeom prst="roundRect">
            <a:avLst>
              <a:gd name="adj" fmla="val 9974"/>
            </a:avLst>
          </a:prstGeom>
          <a:solidFill>
            <a:srgbClr val="FFFFFF">
              <a:alpha val="15000"/>
            </a:srgbClr>
          </a:solidFill>
          <a:ln w="19050">
            <a:solidFill>
              <a:srgbClr val="FFFF00"/>
            </a:solidFill>
            <a:prstDash val="dash"/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71" b="1" dirty="0">
                <a:solidFill>
                  <a:srgbClr val="FFFF00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Euer Logo hier einfügen</a:t>
            </a:r>
            <a:endParaRPr lang="en-US" sz="1271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GYM-Story-NeuBeiUns_CoBranding-beispiel_1080x1920</dc:title>
  <dc:subject>PptxGenJS Presentation</dc:subject>
  <dc:creator>healthleticx</dc:creator>
  <cp:lastModifiedBy>healthleticx</cp:lastModifiedBy>
  <cp:revision>1</cp:revision>
  <dcterms:created xsi:type="dcterms:W3CDTF">2026-10-22T10:46:12Z</dcterms:created>
  <dcterms:modified xsi:type="dcterms:W3CDTF">2026-10-22T10:46:12Z</dcterms:modified>
</cp:coreProperties>
</file>