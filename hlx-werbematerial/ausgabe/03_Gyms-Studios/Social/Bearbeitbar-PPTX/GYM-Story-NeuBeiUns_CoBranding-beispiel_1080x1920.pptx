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GYM-Story-NeuBeiUns_CoBranding-beispiel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48536" y="2352675"/>
            <a:ext cx="476250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×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3584332" y="3810000"/>
            <a:ext cx="3118187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400" b="1" spc="34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NEU BEI UNS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1172245" y="4333875"/>
            <a:ext cx="7942362" cy="301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0" b="1" spc="-8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Training &amp; Ernährung.</a:t>
            </a:r>
            <a:endParaRPr lang="en-US" sz="7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0" b="1" spc="-8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Eine App.</a:t>
            </a:r>
            <a:endParaRPr lang="en-US" sz="7500" dirty="0"/>
          </a:p>
        </p:txBody>
      </p:sp>
      <p:sp>
        <p:nvSpPr>
          <p:cNvPr id="6" name="Text 3"/>
          <p:cNvSpPr/>
          <p:nvPr/>
        </p:nvSpPr>
        <p:spPr>
          <a:xfrm>
            <a:off x="2547640" y="14344650"/>
            <a:ext cx="6420386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QR-Code im Studio scannen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3847802" y="15340905"/>
            <a:ext cx="1600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60" b="1" spc="80" kern="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POWERED BY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2014984" y="2190750"/>
            <a:ext cx="3866852" cy="733425"/>
          </a:xfrm>
          <a:prstGeom prst="roundRect">
            <a:avLst>
              <a:gd name="adj" fmla="val 9974"/>
            </a:avLst>
          </a:prstGeom>
          <a:solidFill>
            <a:srgbClr val="FFFFFF">
              <a:alpha val="15000"/>
            </a:srgbClr>
          </a:solidFill>
          <a:ln w="19050">
            <a:solidFill>
              <a:srgbClr val="FFFF00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71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Euer Logo hier einfügen</a:t>
            </a:r>
            <a:endParaRPr lang="en-US" sz="127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GYM-Story-NeuBeiUns_CoBranding-beispiel_1080x1920</dc:title>
  <dc:subject>PptxGenJS Presentation</dc:subject>
  <dc:creator>healthleticx</dc:creator>
  <cp:lastModifiedBy>healthleticx</cp:lastModifiedBy>
  <cp:revision>1</cp:revision>
  <dcterms:created xsi:type="dcterms:W3CDTF">2026-10-22T10:36:38Z</dcterms:created>
  <dcterms:modified xsi:type="dcterms:W3CDTF">2026-10-22T10:36:38Z</dcterms:modified>
</cp:coreProperties>
</file>