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OffiziellesPartnerStudio_Story_CoBranding-beispiel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8536" y="2257425"/>
            <a:ext cx="476250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×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3675936" y="3619500"/>
            <a:ext cx="29351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348020" y="4152900"/>
            <a:ext cx="9590961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sind</a:t>
            </a:r>
            <a:endParaRPr lang="en-US" sz="7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offiziell dabei.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3607356" y="7467600"/>
            <a:ext cx="307228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6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OFFIZIELLES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1932697" y="7858125"/>
            <a:ext cx="6421457" cy="704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50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Partner-Studio</a:t>
            </a:r>
            <a:endParaRPr lang="en-US" sz="4500" dirty="0"/>
          </a:p>
        </p:txBody>
      </p:sp>
      <p:sp>
        <p:nvSpPr>
          <p:cNvPr id="8" name="Text 5"/>
          <p:cNvSpPr/>
          <p:nvPr/>
        </p:nvSpPr>
        <p:spPr>
          <a:xfrm>
            <a:off x="663773" y="11010900"/>
            <a:ext cx="8959453" cy="97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Unsere Mitglieder trainieren ab sofort mit HLX Together. QR-Code im Studio scannen.</a:t>
            </a:r>
            <a:endParaRPr lang="en-US" sz="2850" dirty="0"/>
          </a:p>
        </p:txBody>
      </p:sp>
      <p:sp>
        <p:nvSpPr>
          <p:cNvPr id="9" name="Text 6"/>
          <p:cNvSpPr/>
          <p:nvPr/>
        </p:nvSpPr>
        <p:spPr>
          <a:xfrm>
            <a:off x="3917037" y="12954000"/>
            <a:ext cx="2452926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Studio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3497163" y="14344650"/>
            <a:ext cx="4141708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977134" y="15301317"/>
            <a:ext cx="14595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spc="7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2014984" y="2095500"/>
            <a:ext cx="3866852" cy="733425"/>
          </a:xfrm>
          <a:prstGeom prst="roundRect">
            <a:avLst>
              <a:gd name="adj" fmla="val 9974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Euer Logo hier einfügen</a:t>
            </a:r>
            <a:endParaRPr lang="en-US" sz="127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GYM-OffiziellesPartnerStudio_Story_CoBranding-beispiel_1080x1920</dc:title>
  <dc:subject>PptxGenJS Presentation</dc:subject>
  <dc:creator>healthleticx</dc:creator>
  <cp:lastModifiedBy>healthleticx</cp:lastModifiedBy>
  <cp:revision>1</cp:revision>
  <dcterms:created xsi:type="dcterms:W3CDTF">2026-10-22T10:36:21Z</dcterms:created>
  <dcterms:modified xsi:type="dcterms:W3CDTF">2026-10-22T10:36:21Z</dcterms:modified>
</cp:coreProperties>
</file>