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GYM-OffiziellesPartnerStudio_Post_1080x1350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1905000"/>
            <a:ext cx="2752249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spc="29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NEU BEI UNS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800100" y="2390775"/>
            <a:ext cx="8415992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spc="-6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Wir sind</a:t>
            </a:r>
            <a:endParaRPr lang="en-US" sz="6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300" b="1" spc="-6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offiziell dabei.</a:t>
            </a:r>
            <a:endParaRPr lang="en-US" sz="6300" dirty="0"/>
          </a:p>
        </p:txBody>
      </p:sp>
      <p:sp>
        <p:nvSpPr>
          <p:cNvPr id="5" name="Text 2"/>
          <p:cNvSpPr/>
          <p:nvPr/>
        </p:nvSpPr>
        <p:spPr>
          <a:xfrm>
            <a:off x="3823454" y="5118646"/>
            <a:ext cx="2640092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10" b="1" spc="310" kern="0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OFFIZIELLES</a:t>
            </a:r>
            <a:endParaRPr lang="en-US" sz="1910" dirty="0"/>
          </a:p>
        </p:txBody>
      </p:sp>
      <p:sp>
        <p:nvSpPr>
          <p:cNvPr id="6" name="Text 3"/>
          <p:cNvSpPr/>
          <p:nvPr/>
        </p:nvSpPr>
        <p:spPr>
          <a:xfrm>
            <a:off x="2400077" y="5444282"/>
            <a:ext cx="5486698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30" b="1" spc="-40" kern="0" dirty="0">
                <a:solidFill>
                  <a:srgbClr val="04201B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Partner-Studio</a:t>
            </a:r>
            <a:endParaRPr lang="en-US" sz="3830" dirty="0"/>
          </a:p>
        </p:txBody>
      </p:sp>
      <p:sp>
        <p:nvSpPr>
          <p:cNvPr id="7" name="Text 4"/>
          <p:cNvSpPr/>
          <p:nvPr/>
        </p:nvSpPr>
        <p:spPr>
          <a:xfrm>
            <a:off x="176391" y="8467725"/>
            <a:ext cx="9934218" cy="836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Unsere Mitglieder trainieren ab sofort mit HLX Together. QR-Code im Studio scannen.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00100" y="11601450"/>
            <a:ext cx="2936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Studioname · Ort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6452741" y="11534775"/>
            <a:ext cx="3351431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Kostenlos starten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200900" y="5715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FFFF00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84" b="1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Dein Logo hier einfügen</a:t>
            </a:r>
            <a:endParaRPr lang="en-US" sz="158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GYM-OffiziellesPartnerStudio_Post_1080x1350</dc:title>
  <dc:subject>PptxGenJS Presentation</dc:subject>
  <dc:creator>healthleticx</dc:creator>
  <cp:lastModifiedBy>healthleticx</cp:lastModifiedBy>
  <cp:revision>1</cp:revision>
  <dcterms:created xsi:type="dcterms:W3CDTF">2026-10-22T10:45:44Z</dcterms:created>
  <dcterms:modified xsi:type="dcterms:W3CDTF">2026-10-22T10:45:44Z</dcterms:modified>
</cp:coreProperties>
</file>