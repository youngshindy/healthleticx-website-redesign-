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GYM-Post-PoweredByHLX_1080x1350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" y="2000250"/>
            <a:ext cx="4689634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spc="29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FÜR ALLE MITGLIEDER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800100" y="2505075"/>
            <a:ext cx="10222468" cy="1666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spc="-6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Trainiere smarter.</a:t>
            </a:r>
            <a:endParaRPr lang="en-US" sz="60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6000" b="1" spc="-6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Iss entspannter.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800100" y="4391025"/>
            <a:ext cx="9324142" cy="92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70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Scanne den QR-Code bei uns im Studio und starte kostenlos mit HLX Together.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895505" y="11845230"/>
            <a:ext cx="160014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b="1" spc="80" kern="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POWERED BY</a:t>
            </a:r>
            <a:endParaRPr lang="en-US" sz="12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GYM-Post-PoweredByHLX_1080x1350</dc:title>
  <dc:subject>PptxGenJS Presentation</dc:subject>
  <dc:creator>healthleticx</dc:creator>
  <cp:lastModifiedBy>healthleticx</cp:lastModifiedBy>
  <cp:revision>1</cp:revision>
  <dcterms:created xsi:type="dcterms:W3CDTF">2026-10-22T10:36:38Z</dcterms:created>
  <dcterms:modified xsi:type="dcterms:W3CDTF">2026-10-22T10:36:38Z</dcterms:modified>
</cp:coreProperties>
</file>