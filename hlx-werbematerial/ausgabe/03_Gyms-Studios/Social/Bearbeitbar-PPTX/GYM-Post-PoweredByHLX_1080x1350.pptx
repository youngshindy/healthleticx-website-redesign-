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Post-PoweredByHLX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2000250"/>
            <a:ext cx="4689634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ALLE MITGLIEDER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505075"/>
            <a:ext cx="10222468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Trainiere smarter.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Iss entspannter.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00100" y="4391025"/>
            <a:ext cx="9324142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Scanne den QR-Code bei uns im Studio und starte kostenlos mit HLX Together.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95505" y="11845230"/>
            <a:ext cx="1600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60" b="1" spc="8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2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GYM-Post-PoweredByHLX_1080x1350</dc:title>
  <dc:subject>PptxGenJS Presentation</dc:subject>
  <dc:creator>healthleticx</dc:creator>
  <cp:lastModifiedBy>healthleticx</cp:lastModifiedBy>
  <cp:revision>1</cp:revision>
  <dcterms:created xsi:type="dcterms:W3CDTF">2026-10-22T10:46:13Z</dcterms:created>
  <dcterms:modified xsi:type="dcterms:W3CDTF">2026-10-22T10:46:13Z</dcterms:modified>
</cp:coreProperties>
</file>