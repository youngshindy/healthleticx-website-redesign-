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906125"/>
  <p:notesSz cx="10906125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GYM-Partnerinfo-A4_fuer-Studiobetreiber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772400" cy="10906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5898" y="1576239"/>
            <a:ext cx="35905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spc="13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PARTNERSCHAFT FÜR GYMS &amp; STUDIOS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55898" y="1798439"/>
            <a:ext cx="4566940" cy="1628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3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Mehr Wert für eure Mitglieder.</a:t>
            </a:r>
            <a:endParaRPr lang="en-US" sz="3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000" b="1" spc="-3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Ohne Mehraufwand.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55898" y="3540472"/>
            <a:ext cx="4886980" cy="60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 Together bündelt Training, Ernährung und Routinen in einer App. Eure Mitglieder starten kostenlos, ihr bietet modernen Service unter eurem Namen: </a:t>
            </a:r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powered by HLX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211014" y="4965353"/>
            <a:ext cx="277064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Bindung statt Kündigung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11014" y="5165527"/>
            <a:ext cx="3072825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Mitglieder, die Fortschritt sehen und Routinen aufbauen, bleiben dran.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51908" y="4965353"/>
            <a:ext cx="190589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Training im Blick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51908" y="5165527"/>
            <a:ext cx="3108543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Einheiten loggen, Vorlagen nutzen, Dauer und Puls auswerten.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242268" y="5781824"/>
            <a:ext cx="274421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Ernährung ohne Verbote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42268" y="5981998"/>
            <a:ext cx="3011388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Kalorien, Makros, Rezepte und KI-Meal-Plan mit Einkaufsliste.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07557" y="5781824"/>
            <a:ext cx="264705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Fertiges Werbematerial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07557" y="5981998"/>
            <a:ext cx="2865299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QR-Aufsteller, Plakate, Sticker und Social-Vorlagen, auch mit eurem Logo.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306116" y="6598295"/>
            <a:ext cx="294280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Kein technischer Aufwand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06116" y="6798469"/>
            <a:ext cx="3003173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Keine Integration nötig. QR-Code aufstellen, fertig.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0661" y="6598295"/>
            <a:ext cx="208305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Haltung, die passt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0661" y="6798469"/>
            <a:ext cx="3126760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Gesundheit ohne Verzicht, auf Augenhöhe, für jedes Level.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55898" y="7585174"/>
            <a:ext cx="264616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2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So einfach geht's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55898" y="8073033"/>
            <a:ext cx="406063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2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55898" y="8409533"/>
            <a:ext cx="2268438" cy="390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Kurz austauschen und Material auswählen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915989" y="8073033"/>
            <a:ext cx="429994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2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2915989" y="8409533"/>
            <a:ext cx="2297549" cy="390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Wir liefern Aufsteller &amp; Vorlagen mit eurem Logo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076081" y="8073033"/>
            <a:ext cx="431602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2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5076081" y="8409533"/>
            <a:ext cx="2142351" cy="390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Aufstellen, posten, Mitglieder starten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231678" y="9269760"/>
            <a:ext cx="267795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spc="-20" kern="0" dirty="0">
                <a:solidFill>
                  <a:srgbClr val="04201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Partner werden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2231678" y="9576643"/>
            <a:ext cx="274064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healthleticx@web.de · @healthleticx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859042" y="10632728"/>
            <a:ext cx="90201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spc="4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HLX-GYM-B01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GYM-Partnerinfo-A4_fuer-Studiobetreiber</dc:title>
  <dc:subject>PptxGenJS Presentation</dc:subject>
  <dc:creator>healthleticx</dc:creator>
  <cp:lastModifiedBy>healthleticx</cp:lastModifiedBy>
  <cp:revision>1</cp:revision>
  <dcterms:created xsi:type="dcterms:W3CDTF">2026-10-22T10:46:10Z</dcterms:created>
  <dcterms:modified xsi:type="dcterms:W3CDTF">2026-10-22T10:46:10Z</dcterms:modified>
</cp:coreProperties>
</file>