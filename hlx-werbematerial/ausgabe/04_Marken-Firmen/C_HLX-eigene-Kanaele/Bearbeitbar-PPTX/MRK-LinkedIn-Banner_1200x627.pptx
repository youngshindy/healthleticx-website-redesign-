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430000" cy="5972175"/>
  <p:notesSz cx="5972175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MRK-LinkedIn-Banner_1200x627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59721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1433215"/>
            <a:ext cx="23496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b="1" spc="16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PARTNERSCHAFTEN</a:t>
            </a:r>
            <a:endParaRPr lang="en-US" sz="1130" dirty="0"/>
          </a:p>
        </p:txBody>
      </p:sp>
      <p:sp>
        <p:nvSpPr>
          <p:cNvPr id="4" name="Text 1"/>
          <p:cNvSpPr/>
          <p:nvPr/>
        </p:nvSpPr>
        <p:spPr>
          <a:xfrm>
            <a:off x="800100" y="1715839"/>
            <a:ext cx="5402223" cy="145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30" b="1" spc="-4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Gesundheit, die bleibt.</a:t>
            </a:r>
            <a:endParaRPr lang="en-US" sz="35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530" b="1" spc="-4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Gemeinsam.</a:t>
            </a:r>
            <a:endParaRPr lang="en-US" sz="3530" dirty="0"/>
          </a:p>
        </p:txBody>
      </p:sp>
      <p:sp>
        <p:nvSpPr>
          <p:cNvPr id="5" name="Text 2"/>
          <p:cNvSpPr/>
          <p:nvPr/>
        </p:nvSpPr>
        <p:spPr>
          <a:xfrm>
            <a:off x="800100" y="3276898"/>
            <a:ext cx="647682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1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Corporate Health, Kooperationen und Kampagnen mit healthleticx.</a:t>
            </a:r>
            <a:endParaRPr lang="en-US" sz="1410" dirty="0"/>
          </a:p>
        </p:txBody>
      </p:sp>
      <p:sp>
        <p:nvSpPr>
          <p:cNvPr id="6" name="Text 3"/>
          <p:cNvSpPr/>
          <p:nvPr/>
        </p:nvSpPr>
        <p:spPr>
          <a:xfrm>
            <a:off x="1009055" y="5284887"/>
            <a:ext cx="158085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2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Partner werden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2605236" y="5284887"/>
            <a:ext cx="199465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2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healthleticx@web.de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MRK-LinkedIn-Banner_1200x627</dc:title>
  <dc:subject>PptxGenJS Presentation</dc:subject>
  <dc:creator>healthleticx</dc:creator>
  <cp:lastModifiedBy>healthleticx</cp:lastModifiedBy>
  <cp:revision>1</cp:revision>
  <dcterms:created xsi:type="dcterms:W3CDTF">2026-10-22T10:36:40Z</dcterms:created>
  <dcterms:modified xsi:type="dcterms:W3CDTF">2026-10-22T10:36:40Z</dcterms:modified>
</cp:coreProperties>
</file>