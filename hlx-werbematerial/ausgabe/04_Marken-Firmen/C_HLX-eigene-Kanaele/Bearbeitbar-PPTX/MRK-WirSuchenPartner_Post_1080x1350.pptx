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0287000" cy="12858750"/>
  <p:notesSz cx="12858750" cy="10287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healthleticx-website-redesign-/hlx-werbematerial/.build/MRK-WirSuchenPartner_Post_1080x1350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00100" y="1809750"/>
            <a:ext cx="5282565" cy="3619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030" b="1" spc="280" kern="0" dirty="0">
                <a:solidFill>
                  <a:srgbClr val="FFFF00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UNTERNEHMEN &amp; MARKEN</a:t>
            </a:r>
            <a:endParaRPr lang="en-US" sz="2030" dirty="0"/>
          </a:p>
        </p:txBody>
      </p:sp>
      <p:sp>
        <p:nvSpPr>
          <p:cNvPr id="4" name="Text 1"/>
          <p:cNvSpPr/>
          <p:nvPr/>
        </p:nvSpPr>
        <p:spPr>
          <a:xfrm>
            <a:off x="800100" y="2236440"/>
            <a:ext cx="8809434" cy="2266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250" b="1" spc="-80" kern="0" dirty="0">
                <a:solidFill>
                  <a:srgbClr val="EEF3EE"/>
                </a:solidFill>
                <a:latin typeface="Archivo Black" pitchFamily="34" charset="0"/>
                <a:ea typeface="Archivo Black" pitchFamily="34" charset="-122"/>
                <a:cs typeface="Archivo Black" pitchFamily="34" charset="-120"/>
              </a:rPr>
              <a:t>Wir suchen</a:t>
            </a:r>
            <a:endParaRPr lang="en-US" sz="82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8250" b="1" spc="-80" kern="0" dirty="0">
                <a:solidFill>
                  <a:srgbClr val="FFFF00"/>
                </a:solidFill>
                <a:latin typeface="Archivo Black" pitchFamily="34" charset="0"/>
                <a:ea typeface="Archivo Black" pitchFamily="34" charset="-122"/>
                <a:cs typeface="Archivo Black" pitchFamily="34" charset="-120"/>
              </a:rPr>
              <a:t>Partner.</a:t>
            </a:r>
            <a:endParaRPr lang="en-US" sz="8250" dirty="0"/>
          </a:p>
        </p:txBody>
      </p:sp>
      <p:sp>
        <p:nvSpPr>
          <p:cNvPr id="5" name="Text 2"/>
          <p:cNvSpPr/>
          <p:nvPr/>
        </p:nvSpPr>
        <p:spPr>
          <a:xfrm>
            <a:off x="800100" y="4640461"/>
            <a:ext cx="9981545" cy="3905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2300" dirty="0">
                <a:solidFill>
                  <a:srgbClr val="A9C2B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Gemeinsam Gesundheit in den Alltag bringen. Im DACH-Raum.</a:t>
            </a:r>
            <a:endParaRPr lang="en-US" sz="2300" dirty="0"/>
          </a:p>
        </p:txBody>
      </p:sp>
      <p:sp>
        <p:nvSpPr>
          <p:cNvPr id="6" name="Text 3"/>
          <p:cNvSpPr/>
          <p:nvPr/>
        </p:nvSpPr>
        <p:spPr>
          <a:xfrm>
            <a:off x="1359098" y="6486525"/>
            <a:ext cx="5065038" cy="4286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550" b="1" dirty="0">
                <a:solidFill>
                  <a:srgbClr val="EEF3EE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Corporate Health für Teams</a:t>
            </a:r>
            <a:endParaRPr lang="en-US" sz="2550" dirty="0"/>
          </a:p>
        </p:txBody>
      </p:sp>
      <p:sp>
        <p:nvSpPr>
          <p:cNvPr id="7" name="Text 4"/>
          <p:cNvSpPr/>
          <p:nvPr/>
        </p:nvSpPr>
        <p:spPr>
          <a:xfrm>
            <a:off x="1359098" y="7103715"/>
            <a:ext cx="3994011" cy="4286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550" b="1" dirty="0">
                <a:solidFill>
                  <a:srgbClr val="EEF3EE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Marken und Produkte</a:t>
            </a:r>
            <a:endParaRPr lang="en-US" sz="2550" dirty="0"/>
          </a:p>
        </p:txBody>
      </p:sp>
      <p:sp>
        <p:nvSpPr>
          <p:cNvPr id="8" name="Text 5"/>
          <p:cNvSpPr/>
          <p:nvPr/>
        </p:nvSpPr>
        <p:spPr>
          <a:xfrm>
            <a:off x="1359098" y="7720905"/>
            <a:ext cx="3466981" cy="4286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550" b="1" dirty="0">
                <a:solidFill>
                  <a:srgbClr val="EEF3EE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Gyms und Studios</a:t>
            </a:r>
            <a:endParaRPr lang="en-US" sz="2550" dirty="0"/>
          </a:p>
        </p:txBody>
      </p:sp>
      <p:sp>
        <p:nvSpPr>
          <p:cNvPr id="9" name="Text 6"/>
          <p:cNvSpPr/>
          <p:nvPr/>
        </p:nvSpPr>
        <p:spPr>
          <a:xfrm>
            <a:off x="1359098" y="8338096"/>
            <a:ext cx="4295656" cy="4286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550" b="1" dirty="0">
                <a:solidFill>
                  <a:srgbClr val="EEF3EE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Events und Challenges</a:t>
            </a:r>
            <a:endParaRPr lang="en-US" sz="2550" dirty="0"/>
          </a:p>
        </p:txBody>
      </p:sp>
      <p:sp>
        <p:nvSpPr>
          <p:cNvPr id="10" name="Text 7"/>
          <p:cNvSpPr/>
          <p:nvPr/>
        </p:nvSpPr>
        <p:spPr>
          <a:xfrm>
            <a:off x="1219200" y="11572875"/>
            <a:ext cx="2920305" cy="4095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400" b="1" dirty="0">
                <a:solidFill>
                  <a:srgbClr val="04201B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Partner werden</a:t>
            </a:r>
            <a:endParaRPr lang="en-US" sz="2400" dirty="0"/>
          </a:p>
        </p:txBody>
      </p:sp>
      <p:sp>
        <p:nvSpPr>
          <p:cNvPr id="11" name="Text 8"/>
          <p:cNvSpPr/>
          <p:nvPr/>
        </p:nvSpPr>
        <p:spPr>
          <a:xfrm>
            <a:off x="4179838" y="11606213"/>
            <a:ext cx="3068717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950" b="1" dirty="0">
                <a:solidFill>
                  <a:srgbClr val="A9C2B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healthleticx@web.de</a:t>
            </a:r>
            <a:endParaRPr lang="en-US" sz="1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MRK-WirSuchenPartner_Post_1080x1350</dc:title>
  <dc:subject>PptxGenJS Presentation</dc:subject>
  <dc:creator>healthleticx</dc:creator>
  <cp:lastModifiedBy>healthleticx</cp:lastModifiedBy>
  <cp:revision>1</cp:revision>
  <dcterms:created xsi:type="dcterms:W3CDTF">2026-10-22T10:36:24Z</dcterms:created>
  <dcterms:modified xsi:type="dcterms:W3CDTF">2026-10-22T10:36:24Z</dcterms:modified>
</cp:coreProperties>
</file>