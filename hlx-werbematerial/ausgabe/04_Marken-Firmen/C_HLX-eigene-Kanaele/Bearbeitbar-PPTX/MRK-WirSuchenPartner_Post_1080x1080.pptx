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MRK-WirSuchenPartner_Post_1080x108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619250"/>
            <a:ext cx="482911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50" b="1" spc="26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UNTERNEHMEN &amp; MARKEN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800100" y="2010073"/>
            <a:ext cx="7712512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suchen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00100" y="4118074"/>
            <a:ext cx="911161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9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Gemeinsam Gesundheit in den Alltag bringen. Im DACH-Raum.</a:t>
            </a:r>
            <a:endParaRPr lang="en-US" sz="2090" dirty="0"/>
          </a:p>
        </p:txBody>
      </p:sp>
      <p:sp>
        <p:nvSpPr>
          <p:cNvPr id="6" name="Text 3"/>
          <p:cNvSpPr/>
          <p:nvPr/>
        </p:nvSpPr>
        <p:spPr>
          <a:xfrm>
            <a:off x="1343323" y="5356920"/>
            <a:ext cx="463051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Corporate Health für Teams</a:t>
            </a:r>
            <a:endParaRPr lang="en-US" sz="2320" dirty="0"/>
          </a:p>
        </p:txBody>
      </p:sp>
      <p:sp>
        <p:nvSpPr>
          <p:cNvPr id="7" name="Text 4"/>
          <p:cNvSpPr/>
          <p:nvPr/>
        </p:nvSpPr>
        <p:spPr>
          <a:xfrm>
            <a:off x="1343323" y="5966520"/>
            <a:ext cx="365486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Marken und Produkte</a:t>
            </a:r>
            <a:endParaRPr lang="en-US" sz="2320" dirty="0"/>
          </a:p>
        </p:txBody>
      </p:sp>
      <p:sp>
        <p:nvSpPr>
          <p:cNvPr id="8" name="Text 5"/>
          <p:cNvSpPr/>
          <p:nvPr/>
        </p:nvSpPr>
        <p:spPr>
          <a:xfrm>
            <a:off x="1343323" y="6576120"/>
            <a:ext cx="317498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Gyms und Studios</a:t>
            </a:r>
            <a:endParaRPr lang="en-US" sz="2320" dirty="0"/>
          </a:p>
        </p:txBody>
      </p:sp>
      <p:sp>
        <p:nvSpPr>
          <p:cNvPr id="9" name="Text 6"/>
          <p:cNvSpPr/>
          <p:nvPr/>
        </p:nvSpPr>
        <p:spPr>
          <a:xfrm>
            <a:off x="1343323" y="7185720"/>
            <a:ext cx="392953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Events und Challenges</a:t>
            </a:r>
            <a:endParaRPr lang="en-US" sz="2320" dirty="0"/>
          </a:p>
        </p:txBody>
      </p:sp>
      <p:sp>
        <p:nvSpPr>
          <p:cNvPr id="10" name="Text 7"/>
          <p:cNvSpPr/>
          <p:nvPr/>
        </p:nvSpPr>
        <p:spPr>
          <a:xfrm>
            <a:off x="1219200" y="9153525"/>
            <a:ext cx="292030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 werden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179838" y="9186863"/>
            <a:ext cx="30687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MRK-WirSuchenPartner_Post_1080x1080</dc:title>
  <dc:subject>PptxGenJS Presentation</dc:subject>
  <dc:creator>healthleticx</dc:creator>
  <cp:lastModifiedBy>healthleticx</cp:lastModifiedBy>
  <cp:revision>1</cp:revision>
  <dcterms:created xsi:type="dcterms:W3CDTF">2026-10-22T10:36:25Z</dcterms:created>
  <dcterms:modified xsi:type="dcterms:W3CDTF">2026-10-22T10:36:25Z</dcterms:modified>
</cp:coreProperties>
</file>