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MRK-WirSuchenPartner_Story_1080x192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19325" y="3619500"/>
            <a:ext cx="58483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spc="32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UNTERNEHMEN &amp; MARKEN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346963" y="4086225"/>
            <a:ext cx="9592925" cy="2457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0" b="1" spc="-9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Wir suchen</a:t>
            </a:r>
            <a:endParaRPr lang="en-US" sz="9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0" b="1" spc="-9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Partner.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182999" y="6715125"/>
            <a:ext cx="9921002" cy="88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Gemeinsam Gesundheit in den Alltag bringen. Im DACH-Raum.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2154436" y="8591550"/>
            <a:ext cx="6498788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Corporate Health für Teams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2154436" y="9399240"/>
            <a:ext cx="5112722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Marken und Produkte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2154436" y="10206930"/>
            <a:ext cx="4430673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Gyms und Studios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2154436" y="11014621"/>
            <a:ext cx="550295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Events und Challenges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3650605" y="14363700"/>
            <a:ext cx="377344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Partner werden</a:t>
            </a:r>
            <a:endParaRPr lang="en-US" sz="3150" dirty="0"/>
          </a:p>
        </p:txBody>
      </p:sp>
      <p:sp>
        <p:nvSpPr>
          <p:cNvPr id="11" name="Text 8"/>
          <p:cNvSpPr/>
          <p:nvPr/>
        </p:nvSpPr>
        <p:spPr>
          <a:xfrm>
            <a:off x="3759696" y="15278100"/>
            <a:ext cx="351162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healthleticx@web.de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MRK-WirSuchenPartner_Story_1080x1920</dc:title>
  <dc:subject>PptxGenJS Presentation</dc:subject>
  <dc:creator>healthleticx</dc:creator>
  <cp:lastModifiedBy>healthleticx</cp:lastModifiedBy>
  <cp:revision>1</cp:revision>
  <dcterms:created xsi:type="dcterms:W3CDTF">2026-10-22T10:45:49Z</dcterms:created>
  <dcterms:modified xsi:type="dcterms:W3CDTF">2026-10-22T10:45:49Z</dcterms:modified>
</cp:coreProperties>
</file>