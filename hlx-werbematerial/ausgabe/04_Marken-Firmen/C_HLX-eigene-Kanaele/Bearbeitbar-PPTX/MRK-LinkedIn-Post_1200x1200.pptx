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11430000"/>
  <p:notesSz cx="114300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MRK-LinkedIn-Post_1200x120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1143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2743200"/>
            <a:ext cx="432655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60" b="1" spc="30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PARTNERSCHAFTEN</a:t>
            </a:r>
            <a:endParaRPr lang="en-US" sz="2160" dirty="0"/>
          </a:p>
        </p:txBody>
      </p:sp>
      <p:sp>
        <p:nvSpPr>
          <p:cNvPr id="4" name="Text 1"/>
          <p:cNvSpPr/>
          <p:nvPr/>
        </p:nvSpPr>
        <p:spPr>
          <a:xfrm>
            <a:off x="800100" y="3295650"/>
            <a:ext cx="5354360" cy="264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0" b="1" spc="-5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Gesündere Teams.</a:t>
            </a:r>
            <a:endParaRPr lang="en-US" sz="4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950" b="1" spc="-5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Mit HLX Together.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800100" y="6229350"/>
            <a:ext cx="6719173" cy="141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Training, Ernährung und Routinen in einer App. Für Mitarbeitende, Kundschaft und Community.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00150" y="10100370"/>
            <a:ext cx="285101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4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Partner werden</a:t>
            </a:r>
            <a:endParaRPr lang="en-US" sz="2340" dirty="0"/>
          </a:p>
        </p:txBody>
      </p:sp>
      <p:sp>
        <p:nvSpPr>
          <p:cNvPr id="7" name="Text 4"/>
          <p:cNvSpPr/>
          <p:nvPr/>
        </p:nvSpPr>
        <p:spPr>
          <a:xfrm>
            <a:off x="4045893" y="10100370"/>
            <a:ext cx="364307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4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healthleticx@web.de</a:t>
            </a:r>
            <a:endParaRPr lang="en-US" sz="23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MRK-LinkedIn-Post_1200x1200</dc:title>
  <dc:subject>PptxGenJS Presentation</dc:subject>
  <dc:creator>healthleticx</dc:creator>
  <cp:lastModifiedBy>healthleticx</cp:lastModifiedBy>
  <cp:revision>1</cp:revision>
  <dcterms:created xsi:type="dcterms:W3CDTF">2026-10-22T10:46:15Z</dcterms:created>
  <dcterms:modified xsi:type="dcterms:W3CDTF">2026-10-22T10:46:15Z</dcterms:modified>
</cp:coreProperties>
</file>