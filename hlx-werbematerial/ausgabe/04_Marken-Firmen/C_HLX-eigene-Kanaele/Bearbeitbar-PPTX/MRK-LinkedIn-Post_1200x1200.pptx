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1430000" cy="11430000"/>
  <p:notesSz cx="11430000" cy="1143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MRK-LinkedIn-Post_1200x1200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1430000" cy="11430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0100" y="2743200"/>
            <a:ext cx="4326553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60" b="1" spc="300" kern="0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PARTNERSCHAFTEN</a:t>
            </a:r>
            <a:endParaRPr lang="en-US" sz="2160" dirty="0"/>
          </a:p>
        </p:txBody>
      </p:sp>
      <p:sp>
        <p:nvSpPr>
          <p:cNvPr id="4" name="Text 1"/>
          <p:cNvSpPr/>
          <p:nvPr/>
        </p:nvSpPr>
        <p:spPr>
          <a:xfrm>
            <a:off x="800100" y="3295650"/>
            <a:ext cx="5354360" cy="2647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50" b="1" spc="-5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Gesündere Teams.</a:t>
            </a:r>
            <a:endParaRPr lang="en-US" sz="4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950" b="1" spc="-5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Mit HLX Together.</a:t>
            </a:r>
            <a:endParaRPr lang="en-US" sz="4950" dirty="0"/>
          </a:p>
        </p:txBody>
      </p:sp>
      <p:sp>
        <p:nvSpPr>
          <p:cNvPr id="5" name="Text 2"/>
          <p:cNvSpPr/>
          <p:nvPr/>
        </p:nvSpPr>
        <p:spPr>
          <a:xfrm>
            <a:off x="800100" y="6229350"/>
            <a:ext cx="6719173" cy="1417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700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Training, Ernährung und Routinen in einer App. Für Mitarbeitende, Kundschaft und Community.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1200150" y="10100370"/>
            <a:ext cx="2851011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340" b="1" dirty="0">
                <a:solidFill>
                  <a:srgbClr val="04201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Partner werden</a:t>
            </a:r>
            <a:endParaRPr lang="en-US" sz="2340" dirty="0"/>
          </a:p>
        </p:txBody>
      </p:sp>
      <p:sp>
        <p:nvSpPr>
          <p:cNvPr id="7" name="Text 4"/>
          <p:cNvSpPr/>
          <p:nvPr/>
        </p:nvSpPr>
        <p:spPr>
          <a:xfrm>
            <a:off x="4045893" y="10100370"/>
            <a:ext cx="3643074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34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healthleticx@web.de</a:t>
            </a:r>
            <a:endParaRPr lang="en-US" sz="23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MRK-LinkedIn-Post_1200x1200</dc:title>
  <dc:subject>PptxGenJS Presentation</dc:subject>
  <dc:creator>healthleticx</dc:creator>
  <cp:lastModifiedBy>healthleticx</cp:lastModifiedBy>
  <cp:revision>1</cp:revision>
  <dcterms:created xsi:type="dcterms:W3CDTF">2026-10-22T10:36:39Z</dcterms:created>
  <dcterms:modified xsi:type="dcterms:W3CDTF">2026-10-22T10:36:39Z</dcterms:modified>
</cp:coreProperties>
</file>