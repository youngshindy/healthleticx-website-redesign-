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MRK-OffiziellerPartner_Post_1080x1350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" y="1905000"/>
            <a:ext cx="3662362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spc="29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PARTNERSCHAFT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800100" y="2390775"/>
            <a:ext cx="7395329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6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Gemeinsam</a:t>
            </a:r>
            <a:endParaRPr lang="en-US" sz="6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300" b="1" spc="-6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gesünder.</a:t>
            </a:r>
            <a:endParaRPr lang="en-US" sz="6300" dirty="0"/>
          </a:p>
        </p:txBody>
      </p:sp>
      <p:sp>
        <p:nvSpPr>
          <p:cNvPr id="5" name="Text 2"/>
          <p:cNvSpPr/>
          <p:nvPr/>
        </p:nvSpPr>
        <p:spPr>
          <a:xfrm>
            <a:off x="3815789" y="5118646"/>
            <a:ext cx="2655272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910" b="1" spc="310" kern="0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OFFIZIELLER</a:t>
            </a:r>
            <a:endParaRPr lang="en-US" sz="1910" dirty="0"/>
          </a:p>
        </p:txBody>
      </p:sp>
      <p:sp>
        <p:nvSpPr>
          <p:cNvPr id="6" name="Text 3"/>
          <p:cNvSpPr/>
          <p:nvPr/>
        </p:nvSpPr>
        <p:spPr>
          <a:xfrm>
            <a:off x="3688273" y="5444282"/>
            <a:ext cx="2910304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30" b="1" spc="-40" kern="0" dirty="0">
                <a:solidFill>
                  <a:srgbClr val="04201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Partner</a:t>
            </a:r>
            <a:endParaRPr lang="en-US" sz="3830" dirty="0"/>
          </a:p>
        </p:txBody>
      </p:sp>
      <p:sp>
        <p:nvSpPr>
          <p:cNvPr id="7" name="Text 4"/>
          <p:cNvSpPr/>
          <p:nvPr/>
        </p:nvSpPr>
        <p:spPr>
          <a:xfrm>
            <a:off x="915055" y="8467725"/>
            <a:ext cx="8456890" cy="836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Wir sind offizieller Partner von healthleticx und HLX Together.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00100" y="11601450"/>
            <a:ext cx="4998065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Firmenname · @firmenhandle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7009209" y="11534775"/>
            <a:ext cx="2683669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Mehr erfahren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200900" y="57150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FFFFFF">
              <a:alpha val="15000"/>
            </a:srgbClr>
          </a:solidFill>
          <a:ln w="19050">
            <a:solidFill>
              <a:srgbClr val="FFFF00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84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Dein Logo hier einfügen</a:t>
            </a:r>
            <a:endParaRPr lang="en-US" sz="1584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MRK-OffiziellerPartner_Post_1080x1350</dc:title>
  <dc:subject>PptxGenJS Presentation</dc:subject>
  <dc:creator>healthleticx</dc:creator>
  <cp:lastModifiedBy>healthleticx</cp:lastModifiedBy>
  <cp:revision>1</cp:revision>
  <dcterms:created xsi:type="dcterms:W3CDTF">2026-10-22T10:45:45Z</dcterms:created>
  <dcterms:modified xsi:type="dcterms:W3CDTF">2026-10-22T10:45:45Z</dcterms:modified>
</cp:coreProperties>
</file>