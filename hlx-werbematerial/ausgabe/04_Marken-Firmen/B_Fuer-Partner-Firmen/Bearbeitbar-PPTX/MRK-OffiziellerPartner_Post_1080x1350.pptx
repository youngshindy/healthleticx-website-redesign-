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MRK-OffiziellerPartner_Post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3662362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PARTNERSCHAFT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7395329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Gemeinsam</a:t>
            </a:r>
            <a:endParaRPr lang="en-US" sz="6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3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gesünder.</a:t>
            </a:r>
            <a:endParaRPr lang="en-US" sz="6300" dirty="0"/>
          </a:p>
        </p:txBody>
      </p:sp>
      <p:sp>
        <p:nvSpPr>
          <p:cNvPr id="5" name="Text 2"/>
          <p:cNvSpPr/>
          <p:nvPr/>
        </p:nvSpPr>
        <p:spPr>
          <a:xfrm>
            <a:off x="3815789" y="5118646"/>
            <a:ext cx="265527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10" b="1" spc="31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OFFIZIELLER</a:t>
            </a:r>
            <a:endParaRPr lang="en-US" sz="1910" dirty="0"/>
          </a:p>
        </p:txBody>
      </p:sp>
      <p:sp>
        <p:nvSpPr>
          <p:cNvPr id="6" name="Text 3"/>
          <p:cNvSpPr/>
          <p:nvPr/>
        </p:nvSpPr>
        <p:spPr>
          <a:xfrm>
            <a:off x="3688273" y="5444282"/>
            <a:ext cx="2910304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83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</a:t>
            </a:r>
            <a:endParaRPr lang="en-US" sz="3830" dirty="0"/>
          </a:p>
        </p:txBody>
      </p:sp>
      <p:sp>
        <p:nvSpPr>
          <p:cNvPr id="7" name="Text 4"/>
          <p:cNvSpPr/>
          <p:nvPr/>
        </p:nvSpPr>
        <p:spPr>
          <a:xfrm>
            <a:off x="915055" y="8467725"/>
            <a:ext cx="8456890" cy="836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Wir sind offizieller Partner von healthleticx und HLX Together.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00100" y="11601450"/>
            <a:ext cx="499806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Firmenname · @firmenhandle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7009209" y="11534775"/>
            <a:ext cx="268366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Mehr erfahren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200900" y="5715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5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MRK-OffiziellerPartner_Post_1080x1350</dc:title>
  <dc:subject>PptxGenJS Presentation</dc:subject>
  <dc:creator>healthleticx</dc:creator>
  <cp:lastModifiedBy>healthleticx</cp:lastModifiedBy>
  <cp:revision>1</cp:revision>
  <dcterms:created xsi:type="dcterms:W3CDTF">2026-10-22T10:36:20Z</dcterms:created>
  <dcterms:modified xsi:type="dcterms:W3CDTF">2026-10-22T10:36:20Z</dcterms:modified>
</cp:coreProperties>
</file>