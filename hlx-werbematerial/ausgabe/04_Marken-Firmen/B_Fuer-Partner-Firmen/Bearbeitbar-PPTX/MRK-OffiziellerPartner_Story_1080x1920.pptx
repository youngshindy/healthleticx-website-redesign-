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MRK-OffiziellerPartner_Story_1080x1920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88211" y="3619500"/>
            <a:ext cx="3910429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50" b="1" spc="32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PARTNERSCHAFT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931143" y="4152900"/>
            <a:ext cx="8424565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0" b="1" spc="-7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Gemeinsam</a:t>
            </a:r>
            <a:endParaRPr lang="en-US" sz="7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200" b="1" spc="-7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gesünder.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3598426" y="7467600"/>
            <a:ext cx="3090148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50" b="1" spc="360" kern="0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OFFIZIELLER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3448407" y="7858125"/>
            <a:ext cx="3390186" cy="704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500" b="1" spc="-40" kern="0" dirty="0">
                <a:solidFill>
                  <a:srgbClr val="04201B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Partner</a:t>
            </a:r>
            <a:endParaRPr lang="en-US" sz="4500" dirty="0"/>
          </a:p>
        </p:txBody>
      </p:sp>
      <p:sp>
        <p:nvSpPr>
          <p:cNvPr id="7" name="Text 4"/>
          <p:cNvSpPr/>
          <p:nvPr/>
        </p:nvSpPr>
        <p:spPr>
          <a:xfrm>
            <a:off x="139973" y="11010900"/>
            <a:ext cx="10006905" cy="973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850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Wir sind offizieller Partner von healthleticx und HLX Together.</a:t>
            </a:r>
            <a:endParaRPr lang="en-US" sz="2850" dirty="0"/>
          </a:p>
        </p:txBody>
      </p:sp>
      <p:sp>
        <p:nvSpPr>
          <p:cNvPr id="8" name="Text 5"/>
          <p:cNvSpPr/>
          <p:nvPr/>
        </p:nvSpPr>
        <p:spPr>
          <a:xfrm>
            <a:off x="2163619" y="12954000"/>
            <a:ext cx="5959614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Firmenname · @firmenhandle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3844975" y="14344650"/>
            <a:ext cx="3306782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Mehr erfahren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3977134" y="15301317"/>
            <a:ext cx="145958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b="1" spc="70" kern="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POWERED BY</a:t>
            </a:r>
            <a:endParaRPr lang="en-US" sz="1130" dirty="0"/>
          </a:p>
        </p:txBody>
      </p:sp>
      <p:sp>
        <p:nvSpPr>
          <p:cNvPr id="11" name="Text 8"/>
          <p:cNvSpPr/>
          <p:nvPr/>
        </p:nvSpPr>
        <p:spPr>
          <a:xfrm>
            <a:off x="857250" y="2000250"/>
            <a:ext cx="2476500" cy="952500"/>
          </a:xfrm>
          <a:prstGeom prst="roundRect">
            <a:avLst>
              <a:gd name="adj" fmla="val 7680"/>
            </a:avLst>
          </a:prstGeom>
          <a:solidFill>
            <a:srgbClr val="FFFFFF">
              <a:alpha val="15000"/>
            </a:srgbClr>
          </a:solidFill>
          <a:ln w="19050">
            <a:solidFill>
              <a:srgbClr val="FFFF00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Dein Logo hier einfügen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MRK-OffiziellerPartner_Story_1080x1920</dc:title>
  <dc:subject>PptxGenJS Presentation</dc:subject>
  <dc:creator>healthleticx</dc:creator>
  <cp:lastModifiedBy>healthleticx</cp:lastModifiedBy>
  <cp:revision>1</cp:revision>
  <dcterms:created xsi:type="dcterms:W3CDTF">2026-10-22T10:36:20Z</dcterms:created>
  <dcterms:modified xsi:type="dcterms:W3CDTF">2026-10-22T10:36:20Z</dcterms:modified>
</cp:coreProperties>
</file>