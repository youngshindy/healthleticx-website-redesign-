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906125"/>
  <p:notesSz cx="10906125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Partnerschaften-A4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90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898" y="1576239"/>
            <a:ext cx="28454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MARKEN &amp; UNTERNEHMEN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55898" y="1798439"/>
            <a:ext cx="4624447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Gesundheit, die bleibt.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Gemeinsam.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55898" y="3159472"/>
            <a:ext cx="4786789" cy="6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von healthleticx verbindet Training, Ernährung und Routinen in einer App. Unsere Haltung: Balance statt Verbote, auf Augenhöhe, für jedes Level. Wir suchen Partner, die das teilen.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71848" y="5304086"/>
            <a:ext cx="20807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Corporate Health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71848" y="5548461"/>
            <a:ext cx="3182303" cy="559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App-Zugänge für Mitarbeitende, Team-Challenges und Routinen für einen gesünderen Arbeitsalltag.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93828" y="5304086"/>
            <a:ext cx="27458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Produkt-Kooperationen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93828" y="5548461"/>
            <a:ext cx="3192840" cy="38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Passende Produkte sinnvoll eingebunden, z. B. in Rezepte und Meal-Prep-Inhalte.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71848" y="7241679"/>
            <a:ext cx="26774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Kampagnen &amp; Content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1848" y="7486055"/>
            <a:ext cx="2983528" cy="559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Gemeinsame Aktionen mit healthleticx und unseren Creatorn auf Instagram, TikTok und YouTube.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93828" y="7241679"/>
            <a:ext cx="245935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Challenges &amp; Events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93828" y="7486055"/>
            <a:ext cx="3048000" cy="38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Mitmach-Aktionen in der App und vor Ort, die Menschen in Bewegung bringen.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91332" y="8605838"/>
            <a:ext cx="10004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Fokus DACH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45035" y="8605838"/>
            <a:ext cx="12704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Deutschsprachig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23766" y="8605838"/>
            <a:ext cx="20903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Ehrlich, ohne Heilversprechen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85767" y="8605838"/>
            <a:ext cx="11386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jedes Level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31678" y="9269760"/>
            <a:ext cx="329517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spc="-2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Lass uns sprechen.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231678" y="9576643"/>
            <a:ext cx="27406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 · @healthleticx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68418" y="10632728"/>
            <a:ext cx="8907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HLX-MRK-B01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MRK-Partnerschaften-A4</dc:title>
  <dc:subject>PptxGenJS Presentation</dc:subject>
  <dc:creator>healthleticx</dc:creator>
  <cp:lastModifiedBy>healthleticx</cp:lastModifiedBy>
  <cp:revision>1</cp:revision>
  <dcterms:created xsi:type="dcterms:W3CDTF">2026-10-22T10:46:14Z</dcterms:created>
  <dcterms:modified xsi:type="dcterms:W3CDTF">2026-10-22T10:46:14Z</dcterms:modified>
</cp:coreProperties>
</file>