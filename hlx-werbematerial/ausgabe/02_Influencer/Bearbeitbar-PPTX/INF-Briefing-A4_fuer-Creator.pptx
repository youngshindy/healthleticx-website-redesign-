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Briefing-A4_fuer-Creator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82" y="1468338"/>
            <a:ext cx="18930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3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CREATOR-BRIEFING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19882" y="1690539"/>
            <a:ext cx="4510147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HLX Together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spc="-3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ehrlich gezeigt.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19882" y="2680097"/>
            <a:ext cx="658665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Danke, dass du dabei bist. HLX Together ist die App von healthleticx: Training, Ernährung und Routinen an einem Ort. Uns geht es um Gesundheit ohne Verzicht, auf Augenhöhe und für jedes Level. Zeig die App so, wie du sie wirklich nutzt.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9882" y="3601938"/>
            <a:ext cx="26145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Kernbotschaften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9882" y="4054822"/>
            <a:ext cx="18549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 für alles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9882" y="4252615"/>
            <a:ext cx="371058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Ernährung, Schlaf und Routinen an einem Ort.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51821" y="4054822"/>
            <a:ext cx="22989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Balance statt Verbote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51821" y="4252615"/>
            <a:ext cx="304139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Essen, das schmeckt. Kein Verzicht-Narrativ.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19882" y="4664869"/>
            <a:ext cx="16390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Für jedes Level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9882" y="4862661"/>
            <a:ext cx="36746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Studio, zu Hause oder draußen. Starten, wo man steht.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51821" y="4664869"/>
            <a:ext cx="190357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51821" y="4862661"/>
            <a:ext cx="357253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Einstieg ohne Abo. Premium für alle, die mehr wollen.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9882" y="5372398"/>
            <a:ext cx="3609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So nutzt du die Vorlagen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81807" y="5699373"/>
            <a:ext cx="55779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fertig</a:t>
            </a:r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direkt posten. </a:t>
            </a:r>
            <a:pPr algn="l" indent="0" marL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Overlay-transparent</a:t>
            </a:r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über dein eigenes Foto oder Video legen.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81807" y="5953423"/>
            <a:ext cx="53052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Link-Sticker und Code-Text in Instagram/TikTok an die markierten Stellen setzen.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81807" y="6207472"/>
            <a:ext cx="45169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Story-Vorlagen sind 1080 × 1920 px, Feed-Vorlagen 1080 × 1350 px.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81807" y="6461522"/>
            <a:ext cx="49843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Oben und unten ca. 250 px frei lassen, dort liegen die App-Bedienelemente.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9882" y="9929664"/>
            <a:ext cx="27874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Fragen? healthleticx@web.de · @healthleticx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59562" y="10416778"/>
            <a:ext cx="1362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HLX-INF-B01 · Seite 1/2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Briefing-A4_fuer-Creator_b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82" y="628948"/>
            <a:ext cx="610516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Pflicht: </a:t>
            </a:r>
            <a:pPr algn="l" indent="0" marL="0">
              <a:lnSpc>
                <a:spcPct val="100000"/>
              </a:lnSpc>
              <a:buNone/>
            </a:pPr>
            <a:r>
              <a:rPr lang="en-US" sz="200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Werbung kennzeichnen.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19882" y="1074539"/>
            <a:ext cx="716137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Sobald du für den Beitrag etwas bekommst (Geld, Premium-Zugang, Provision, Produkte), ist er Werbung. Kennzeichne ihn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gut sichtbar am Anfang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mit „Anzeige“ oder „Werbung“, zusätzlich die Funktion „Bezahlte Partnerschaft“ nutzen. Ein #ad am Ende der Hashtags reicht nicht. Die Vorlagen haben das Label „Anzeige“ bereits eingebaut.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35831" y="2349996"/>
            <a:ext cx="100363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D3A8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Bitte so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756" y="2629346"/>
            <a:ext cx="265777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Eigene, echte Erfahrungen mit der App zeigen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97756" y="3046363"/>
            <a:ext cx="2781538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Screens aus deinem Alltag (ohne fremde Daten)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97756" y="3463379"/>
            <a:ext cx="249435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Positiv und motivierend, ohne Druck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97756" y="3711476"/>
            <a:ext cx="2852440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„Kostenlos starten“ und deinen Link/Code nennen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97756" y="4128492"/>
            <a:ext cx="293209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Brand immer klein schreiben: </a:t>
            </a:r>
            <a:pPr algn="l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</a:t>
            </a:r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App: </a:t>
            </a:r>
            <a:pPr algn="l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085927" y="2349996"/>
            <a:ext cx="12752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9C8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Bitte nicht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47852" y="2629346"/>
            <a:ext cx="2705814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Heilversprechen oder medizinische Aussagen („heilt“, „gegen Krankheit X“)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47852" y="3046363"/>
            <a:ext cx="241184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Garantierte Ergebnisse („10 kg in 4 Wochen“)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47852" y="3463379"/>
            <a:ext cx="2418814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Crash-Diäten, Verzicht- oder Body-Shaming-Sprache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247852" y="3880396"/>
            <a:ext cx="270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Vorher/Nachher-Fotos ohne Absprache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47852" y="4128492"/>
            <a:ext cx="283083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Logo verändern, verzerren oder umfärben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9882" y="5102275"/>
            <a:ext cx="354681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Hashtags &amp; Erwähnung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19882" y="5438775"/>
            <a:ext cx="7439799" cy="43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@healthleticx</a:t>
            </a:r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markieren · #HLXTogether · #healthleticx · #HealthyAndAthletic · #FitnessOhneVerzicht · #MealPrep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19882" y="6187083"/>
            <a:ext cx="268616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Beispiel-Captions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28390" y="6693991"/>
            <a:ext cx="6832402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 · Training, Essen, Schlaf: Ich hab endlich alles in einer App. HLX Together ist kostenlos zum Starten, Link in meiner Bio. @healthleticx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28390" y="7475637"/>
            <a:ext cx="674953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 · Meal Prep Sonntag! Rezepte rein, KI-Plan für die Woche, Einkaufsliste fertig. Mit meinem Code bekommst du [Vorteil]. @healthleticx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28390" y="8257282"/>
            <a:ext cx="63280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 · Tag 1 von 7. Kleine Routine, jeden Tag. Wer macht mit? Getrackt mit HLX Together.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61384" y="9929664"/>
            <a:ext cx="19648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healthleticx · Healthy &amp; Athletic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255693" y="10416778"/>
            <a:ext cx="13667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HLX-INF-B01 · Seite 2/2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INF-Briefing-A4_fuer-Creator</dc:title>
  <dc:subject>PptxGenJS Presentation</dc:subject>
  <dc:creator>healthleticx</dc:creator>
  <cp:lastModifiedBy>healthleticx</cp:lastModifiedBy>
  <cp:revision>1</cp:revision>
  <dcterms:created xsi:type="dcterms:W3CDTF">2026-10-22T10:45:59Z</dcterms:created>
  <dcterms:modified xsi:type="dcterms:W3CDTF">2026-10-22T10:45:59Z</dcterms:modified>
</cp:coreProperties>
</file>