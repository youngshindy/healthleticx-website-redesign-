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Story-6-MeinCode_fertig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3238500"/>
            <a:ext cx="342840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66750" y="3714750"/>
            <a:ext cx="7409617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Mein Code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für dich.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2016175" y="10696575"/>
            <a:ext cx="7695902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DEINCODE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1644625" y="12344400"/>
            <a:ext cx="6997601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starten. Alle Details im Link.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4557564" y="13635038"/>
            <a:ext cx="979527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</a:t>
            </a:r>
            <a:endParaRPr lang="en-US" sz="2550" dirty="0"/>
          </a:p>
        </p:txBody>
      </p:sp>
      <p:sp>
        <p:nvSpPr>
          <p:cNvPr id="8" name="Text 5"/>
          <p:cNvSpPr/>
          <p:nvPr/>
        </p:nvSpPr>
        <p:spPr>
          <a:xfrm>
            <a:off x="7985820" y="15863887"/>
            <a:ext cx="215181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19150" y="24574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INF-Story-6-MeinCode_fertig_1080x1920</dc:title>
  <dc:subject>PptxGenJS Presentation</dc:subject>
  <dc:creator>healthleticx</dc:creator>
  <cp:lastModifiedBy>healthleticx</cp:lastModifiedBy>
  <cp:revision>1</cp:revision>
  <dcterms:created xsi:type="dcterms:W3CDTF">2026-10-22T10:36:30Z</dcterms:created>
  <dcterms:modified xsi:type="dcterms:W3CDTF">2026-10-22T10:36:30Z</dcterms:modified>
</cp:coreProperties>
</file>