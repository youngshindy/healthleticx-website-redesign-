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8288000"/>
  <p:notesSz cx="182880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ealthleticx-website-redesign-/hlx-werbematerial/.build/INF-Story-6-MeinCode_fertig_1080x1920_bg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6750" y="3238500"/>
            <a:ext cx="3428405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spc="320" kern="0" dirty="0">
                <a:solidFill>
                  <a:srgbClr val="FFFF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HLX TOGETHER</a:t>
            </a:r>
            <a:endParaRPr lang="en-US" sz="2250" dirty="0"/>
          </a:p>
        </p:txBody>
      </p:sp>
      <p:sp>
        <p:nvSpPr>
          <p:cNvPr id="4" name="Text 1"/>
          <p:cNvSpPr/>
          <p:nvPr/>
        </p:nvSpPr>
        <p:spPr>
          <a:xfrm>
            <a:off x="666750" y="3714750"/>
            <a:ext cx="7409617" cy="198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b="1" spc="-70" kern="0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Mein Code</a:t>
            </a:r>
            <a:endParaRPr lang="en-US" sz="7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7200" b="1" spc="-70" kern="0" dirty="0">
                <a:solidFill>
                  <a:srgbClr val="FFFF00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für dich.</a:t>
            </a:r>
            <a:endParaRPr lang="en-US" sz="7200" dirty="0"/>
          </a:p>
        </p:txBody>
      </p:sp>
      <p:sp>
        <p:nvSpPr>
          <p:cNvPr id="5" name="Text 2"/>
          <p:cNvSpPr/>
          <p:nvPr/>
        </p:nvSpPr>
        <p:spPr>
          <a:xfrm>
            <a:off x="2016175" y="10696575"/>
            <a:ext cx="7695902" cy="1066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b="1" spc="-70" kern="0" dirty="0">
                <a:solidFill>
                  <a:srgbClr val="04201B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DEINCODE</a:t>
            </a:r>
            <a:endParaRPr lang="en-US" sz="7200" dirty="0"/>
          </a:p>
        </p:txBody>
      </p:sp>
      <p:sp>
        <p:nvSpPr>
          <p:cNvPr id="6" name="Text 3"/>
          <p:cNvSpPr/>
          <p:nvPr/>
        </p:nvSpPr>
        <p:spPr>
          <a:xfrm>
            <a:off x="1644625" y="12344400"/>
            <a:ext cx="6997601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550" b="1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Kostenlos starten. Alle Details im Link.</a:t>
            </a:r>
            <a:endParaRPr lang="en-US" sz="2550" dirty="0"/>
          </a:p>
        </p:txBody>
      </p:sp>
      <p:sp>
        <p:nvSpPr>
          <p:cNvPr id="7" name="Text 4"/>
          <p:cNvSpPr/>
          <p:nvPr/>
        </p:nvSpPr>
        <p:spPr>
          <a:xfrm>
            <a:off x="4557564" y="13635038"/>
            <a:ext cx="979527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550" b="1" dirty="0">
                <a:solidFill>
                  <a:srgbClr val="FFFF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Link</a:t>
            </a:r>
            <a:endParaRPr lang="en-US" sz="2550" dirty="0"/>
          </a:p>
        </p:txBody>
      </p:sp>
      <p:sp>
        <p:nvSpPr>
          <p:cNvPr id="8" name="Text 5"/>
          <p:cNvSpPr/>
          <p:nvPr/>
        </p:nvSpPr>
        <p:spPr>
          <a:xfrm>
            <a:off x="7985820" y="15863887"/>
            <a:ext cx="2151817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HLX Together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819150" y="2457450"/>
            <a:ext cx="172408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50" b="1" spc="160" kern="0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ANZEIGE</a:t>
            </a:r>
            <a:endParaRPr lang="en-US" sz="1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INF-Story-6-MeinCode_fertig_1080x1920</dc:title>
  <dc:subject>PptxGenJS Presentation</dc:subject>
  <dc:creator>healthleticx</dc:creator>
  <cp:lastModifiedBy>healthleticx</cp:lastModifiedBy>
  <cp:revision>1</cp:revision>
  <dcterms:created xsi:type="dcterms:W3CDTF">2026-10-22T10:45:56Z</dcterms:created>
  <dcterms:modified xsi:type="dcterms:W3CDTF">2026-10-22T10:45:56Z</dcterms:modified>
</cp:coreProperties>
</file>