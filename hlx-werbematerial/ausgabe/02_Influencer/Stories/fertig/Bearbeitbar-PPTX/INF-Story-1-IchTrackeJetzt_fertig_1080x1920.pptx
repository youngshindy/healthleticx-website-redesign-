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0287000" cy="18288000"/>
  <p:notesSz cx="18288000" cy="10287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user/healthleticx-website-redesign-/hlx-werbematerial/.build/INF-Story-1-IchTrackeJetzt_fertig_1080x1920_bg0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0287000" cy="1828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66750" y="3238500"/>
            <a:ext cx="8478322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250" b="1" spc="320" kern="0" dirty="0">
                <a:solidFill>
                  <a:srgbClr val="FFFF00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ICH TRACKE JETZT MIT HLX TOGETHER</a:t>
            </a:r>
            <a:endParaRPr lang="en-US" sz="2250" dirty="0"/>
          </a:p>
        </p:txBody>
      </p:sp>
      <p:sp>
        <p:nvSpPr>
          <p:cNvPr id="4" name="Text 1"/>
          <p:cNvSpPr/>
          <p:nvPr/>
        </p:nvSpPr>
        <p:spPr>
          <a:xfrm>
            <a:off x="666750" y="3714750"/>
            <a:ext cx="8200787" cy="1981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200" b="1" spc="-70" kern="0" dirty="0">
                <a:solidFill>
                  <a:srgbClr val="EEF3EE"/>
                </a:solidFill>
                <a:latin typeface="Archivo Black" pitchFamily="34" charset="0"/>
                <a:ea typeface="Archivo Black" pitchFamily="34" charset="-122"/>
                <a:cs typeface="Archivo Black" pitchFamily="34" charset="-120"/>
              </a:rPr>
              <a:t>Mein Alltag.</a:t>
            </a:r>
            <a:endParaRPr lang="en-US" sz="720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7200" b="1" spc="-70" kern="0" dirty="0">
                <a:solidFill>
                  <a:srgbClr val="FFFF00"/>
                </a:solidFill>
                <a:latin typeface="Archivo Black" pitchFamily="34" charset="0"/>
                <a:ea typeface="Archivo Black" pitchFamily="34" charset="-122"/>
                <a:cs typeface="Archivo Black" pitchFamily="34" charset="-120"/>
              </a:rPr>
              <a:t>Eine App.</a:t>
            </a:r>
            <a:endParaRPr lang="en-US" sz="7200" dirty="0"/>
          </a:p>
        </p:txBody>
      </p:sp>
      <p:sp>
        <p:nvSpPr>
          <p:cNvPr id="5" name="Text 2"/>
          <p:cNvSpPr/>
          <p:nvPr/>
        </p:nvSpPr>
        <p:spPr>
          <a:xfrm>
            <a:off x="4557564" y="11920538"/>
            <a:ext cx="979527" cy="4286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550" b="1" dirty="0">
                <a:solidFill>
                  <a:srgbClr val="FFFF00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Link</a:t>
            </a:r>
            <a:endParaRPr lang="en-US" sz="2550" dirty="0"/>
          </a:p>
        </p:txBody>
      </p:sp>
      <p:sp>
        <p:nvSpPr>
          <p:cNvPr id="6" name="Text 3"/>
          <p:cNvSpPr/>
          <p:nvPr/>
        </p:nvSpPr>
        <p:spPr>
          <a:xfrm>
            <a:off x="2155478" y="14263688"/>
            <a:ext cx="2286833" cy="4286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550" b="1" dirty="0">
                <a:solidFill>
                  <a:srgbClr val="EEF3EE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Mein Code:</a:t>
            </a:r>
            <a:endParaRPr lang="en-US" sz="2550" dirty="0"/>
          </a:p>
        </p:txBody>
      </p:sp>
      <p:sp>
        <p:nvSpPr>
          <p:cNvPr id="7" name="Text 4"/>
          <p:cNvSpPr/>
          <p:nvPr/>
        </p:nvSpPr>
        <p:spPr>
          <a:xfrm>
            <a:off x="4882307" y="14201775"/>
            <a:ext cx="3188018" cy="5524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3450" b="1" dirty="0">
                <a:solidFill>
                  <a:srgbClr val="04201B"/>
                </a:solidFill>
                <a:latin typeface="Archivo Black" pitchFamily="34" charset="0"/>
                <a:ea typeface="Archivo Black" pitchFamily="34" charset="-122"/>
                <a:cs typeface="Archivo Black" pitchFamily="34" charset="-120"/>
              </a:rPr>
              <a:t>DEINCODE</a:t>
            </a:r>
            <a:endParaRPr lang="en-US" sz="3450" dirty="0"/>
          </a:p>
        </p:txBody>
      </p:sp>
      <p:sp>
        <p:nvSpPr>
          <p:cNvPr id="8" name="Text 5"/>
          <p:cNvSpPr/>
          <p:nvPr/>
        </p:nvSpPr>
        <p:spPr>
          <a:xfrm>
            <a:off x="7985820" y="15863887"/>
            <a:ext cx="2151817" cy="3714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100" b="1" dirty="0">
                <a:solidFill>
                  <a:srgbClr val="A9C2BA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HLX Together</a:t>
            </a:r>
            <a:endParaRPr lang="en-US" sz="2100" dirty="0"/>
          </a:p>
        </p:txBody>
      </p:sp>
      <p:sp>
        <p:nvSpPr>
          <p:cNvPr id="9" name="Text 6"/>
          <p:cNvSpPr/>
          <p:nvPr/>
        </p:nvSpPr>
        <p:spPr>
          <a:xfrm>
            <a:off x="819150" y="2457450"/>
            <a:ext cx="1724085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950" b="1" spc="160" kern="0" dirty="0">
                <a:solidFill>
                  <a:srgbClr val="EEF3EE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ANZEIGE</a:t>
            </a:r>
            <a:endParaRPr lang="en-US" sz="19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INF-Story-1-IchTrackeJetzt_fertig_1080x1920</dc:title>
  <dc:subject>PptxGenJS Presentation</dc:subject>
  <dc:creator>healthleticx</dc:creator>
  <cp:lastModifiedBy>healthleticx</cp:lastModifiedBy>
  <cp:revision>1</cp:revision>
  <dcterms:created xsi:type="dcterms:W3CDTF">2026-10-22T10:45:51Z</dcterms:created>
  <dcterms:modified xsi:type="dcterms:W3CDTF">2026-10-22T10:45:51Z</dcterms:modified>
</cp:coreProperties>
</file>