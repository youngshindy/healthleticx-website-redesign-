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INF-Story-2-MeinTagInZahlen_fertig_1080x192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750" y="3238500"/>
            <a:ext cx="376148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spc="32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ZUM AUSFÜLLEN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666750" y="3714750"/>
            <a:ext cx="6764357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Mein Tag</a:t>
            </a:r>
            <a:endParaRPr lang="en-US" sz="7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in Zahlen.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1866900" y="9334500"/>
            <a:ext cx="204644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Training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8229600" y="9334500"/>
            <a:ext cx="103542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min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1866900" y="10058400"/>
            <a:ext cx="210020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Kalorien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8229600" y="10058400"/>
            <a:ext cx="112954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kcal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866900" y="10782300"/>
            <a:ext cx="1643182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Schlaf</a:t>
            </a:r>
            <a:endParaRPr lang="en-US" sz="3150" dirty="0"/>
          </a:p>
        </p:txBody>
      </p:sp>
      <p:sp>
        <p:nvSpPr>
          <p:cNvPr id="10" name="Text 7"/>
          <p:cNvSpPr/>
          <p:nvPr/>
        </p:nvSpPr>
        <p:spPr>
          <a:xfrm>
            <a:off x="8229600" y="10782300"/>
            <a:ext cx="47964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</a:t>
            </a:r>
            <a:endParaRPr lang="en-US" sz="3150" dirty="0"/>
          </a:p>
        </p:txBody>
      </p:sp>
      <p:sp>
        <p:nvSpPr>
          <p:cNvPr id="11" name="Text 8"/>
          <p:cNvSpPr/>
          <p:nvPr/>
        </p:nvSpPr>
        <p:spPr>
          <a:xfrm>
            <a:off x="1866900" y="11506200"/>
            <a:ext cx="169086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Streak</a:t>
            </a:r>
            <a:endParaRPr lang="en-US" sz="3150" dirty="0"/>
          </a:p>
        </p:txBody>
      </p:sp>
      <p:sp>
        <p:nvSpPr>
          <p:cNvPr id="12" name="Text 9"/>
          <p:cNvSpPr/>
          <p:nvPr/>
        </p:nvSpPr>
        <p:spPr>
          <a:xfrm>
            <a:off x="8229600" y="11506200"/>
            <a:ext cx="131010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Tage</a:t>
            </a:r>
            <a:endParaRPr lang="en-US" sz="3150" dirty="0"/>
          </a:p>
        </p:txBody>
      </p:sp>
      <p:sp>
        <p:nvSpPr>
          <p:cNvPr id="13" name="Text 10"/>
          <p:cNvSpPr/>
          <p:nvPr/>
        </p:nvSpPr>
        <p:spPr>
          <a:xfrm>
            <a:off x="7985820" y="15863887"/>
            <a:ext cx="2151817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19150" y="2457450"/>
            <a:ext cx="172408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spc="160" kern="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ANZEIGE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INF-Story-2-MeinTagInZahlen_fertig_1080x1920</dc:title>
  <dc:subject>PptxGenJS Presentation</dc:subject>
  <dc:creator>healthleticx</dc:creator>
  <cp:lastModifiedBy>healthleticx</cp:lastModifiedBy>
  <cp:revision>1</cp:revision>
  <dcterms:created xsi:type="dcterms:W3CDTF">2026-10-22T10:36:26Z</dcterms:created>
  <dcterms:modified xsi:type="dcterms:W3CDTF">2026-10-22T10:36:26Z</dcterms:modified>
</cp:coreProperties>
</file>