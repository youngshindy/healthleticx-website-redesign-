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INF-Story-5-7TageChallenge_fertig_1080x192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50" y="3238500"/>
            <a:ext cx="278796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CHALLENGE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666750" y="3714750"/>
            <a:ext cx="8604587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Sieben Tage</a:t>
            </a:r>
            <a:endParaRPr lang="en-US" sz="7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dranbleiben.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666750" y="6619875"/>
            <a:ext cx="9678829" cy="95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8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Jeden Tag eine kleine Routine. Ich mache mit, du auch?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1361182" y="12420600"/>
            <a:ext cx="48964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2599432" y="12420600"/>
            <a:ext cx="4439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3799582" y="12420600"/>
            <a:ext cx="48964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5037832" y="12420600"/>
            <a:ext cx="4439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6273701" y="12420600"/>
            <a:ext cx="40392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7484864" y="12420600"/>
            <a:ext cx="42338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8704064" y="12420600"/>
            <a:ext cx="42338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4557564" y="13825538"/>
            <a:ext cx="979527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Link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7985820" y="15863887"/>
            <a:ext cx="215181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19150" y="2457450"/>
            <a:ext cx="172408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160" kern="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ANZEIGE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INF-Story-5-7TageChallenge_fertig_1080x1920</dc:title>
  <dc:subject>PptxGenJS Presentation</dc:subject>
  <dc:creator>healthleticx</dc:creator>
  <cp:lastModifiedBy>healthleticx</cp:lastModifiedBy>
  <cp:revision>1</cp:revision>
  <dcterms:created xsi:type="dcterms:W3CDTF">2026-10-22T10:45:55Z</dcterms:created>
  <dcterms:modified xsi:type="dcterms:W3CDTF">2026-10-22T10:45:55Z</dcterms:modified>
</cp:coreProperties>
</file>