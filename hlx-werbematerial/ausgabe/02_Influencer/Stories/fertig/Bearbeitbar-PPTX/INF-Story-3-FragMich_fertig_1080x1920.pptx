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Story-3-FragMich_fertig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3238500"/>
            <a:ext cx="47473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Q&amp;A · HLX TOGETHER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6750" y="3714750"/>
            <a:ext cx="920912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Fragt mich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alles zur App.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515320" y="11253788"/>
            <a:ext cx="348073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Frage-Sticker hier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985820" y="15863887"/>
            <a:ext cx="215181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19150" y="24574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INF-Story-3-FragMich_fertig_1080x1920</dc:title>
  <dc:subject>PptxGenJS Presentation</dc:subject>
  <dc:creator>healthleticx</dc:creator>
  <cp:lastModifiedBy>healthleticx</cp:lastModifiedBy>
  <cp:revision>1</cp:revision>
  <dcterms:created xsi:type="dcterms:W3CDTF">2026-10-22T10:45:53Z</dcterms:created>
  <dcterms:modified xsi:type="dcterms:W3CDTF">2026-10-22T10:45:53Z</dcterms:modified>
</cp:coreProperties>
</file>