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INF-Story-4-MealPrep_fertig_1080x192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3238500"/>
            <a:ext cx="479018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MEAL PREP SONNTAG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66750" y="3714750"/>
            <a:ext cx="10726995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Woche geplant.</a:t>
            </a: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Liste fertig.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257300" y="12687300"/>
            <a:ext cx="371647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Rezepte speichern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57300" y="13277850"/>
            <a:ext cx="52720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KI-Meal-Plan für die Woche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257300" y="13868400"/>
            <a:ext cx="50621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Einkaufsliste automatisch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985820" y="15863887"/>
            <a:ext cx="215181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19150" y="2457450"/>
            <a:ext cx="17240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160" kern="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INF-Story-4-MealPrep_fertig_1080x1920</dc:title>
  <dc:subject>PptxGenJS Presentation</dc:subject>
  <dc:creator>healthleticx</dc:creator>
  <cp:lastModifiedBy>healthleticx</cp:lastModifiedBy>
  <cp:revision>1</cp:revision>
  <dcterms:created xsi:type="dcterms:W3CDTF">2026-10-22T10:36:28Z</dcterms:created>
  <dcterms:modified xsi:type="dcterms:W3CDTF">2026-10-22T10:36:28Z</dcterms:modified>
</cp:coreProperties>
</file>