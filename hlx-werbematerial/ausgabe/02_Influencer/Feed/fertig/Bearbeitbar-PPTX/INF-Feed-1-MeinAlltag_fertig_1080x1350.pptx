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2858750"/>
  <p:notesSz cx="1285875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healthleticx-website-redesign-/hlx-werbematerial/.build/INF-Feed-1-MeinAlltag_fertig_1080x1350_bg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0287000" cy="128587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6750" y="10039350"/>
            <a:ext cx="3645396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100" b="1" spc="290" kern="0" dirty="0">
                <a:solidFill>
                  <a:srgbClr val="FFFF00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MEIN ALLTAG MIT</a:t>
            </a:r>
            <a:endParaRPr lang="en-US" sz="2100" dirty="0"/>
          </a:p>
        </p:txBody>
      </p:sp>
      <p:sp>
        <p:nvSpPr>
          <p:cNvPr id="4" name="Text 1"/>
          <p:cNvSpPr/>
          <p:nvPr/>
        </p:nvSpPr>
        <p:spPr>
          <a:xfrm>
            <a:off x="666750" y="10467975"/>
            <a:ext cx="9335036" cy="1066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200" b="1" spc="-70" kern="0" dirty="0">
                <a:solidFill>
                  <a:srgbClr val="EEF3EE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HLX Together</a:t>
            </a:r>
            <a:endParaRPr lang="en-US" sz="7200" dirty="0"/>
          </a:p>
        </p:txBody>
      </p:sp>
      <p:sp>
        <p:nvSpPr>
          <p:cNvPr id="5" name="Text 2"/>
          <p:cNvSpPr/>
          <p:nvPr/>
        </p:nvSpPr>
        <p:spPr>
          <a:xfrm>
            <a:off x="819150" y="742950"/>
            <a:ext cx="1724085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spc="160" kern="0" dirty="0">
                <a:solidFill>
                  <a:srgbClr val="EEF3EE"/>
                </a:solidFill>
                <a:latin typeface="Archivo" pitchFamily="34" charset="0"/>
                <a:ea typeface="Archivo" pitchFamily="34" charset="-122"/>
                <a:cs typeface="Archivo" pitchFamily="34" charset="-120"/>
              </a:rPr>
              <a:t>ANZEIGE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INF-Feed-1-MeinAlltag_fertig_1080x1350</dc:title>
  <dc:subject>PptxGenJS Presentation</dc:subject>
  <dc:creator>healthleticx</dc:creator>
  <cp:lastModifiedBy>healthleticx</cp:lastModifiedBy>
  <cp:revision>1</cp:revision>
  <dcterms:created xsi:type="dcterms:W3CDTF">2026-10-22T10:45:57Z</dcterms:created>
  <dcterms:modified xsi:type="dcterms:W3CDTF">2026-10-22T10:45:57Z</dcterms:modified>
</cp:coreProperties>
</file>