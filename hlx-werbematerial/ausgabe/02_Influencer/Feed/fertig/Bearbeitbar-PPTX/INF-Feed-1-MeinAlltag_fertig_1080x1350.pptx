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INF-Feed-1-MeinAlltag_fertig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6750" y="10039350"/>
            <a:ext cx="3645396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MEIN ALLTAG MIT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666750" y="10467975"/>
            <a:ext cx="933503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HLX Together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819150" y="742950"/>
            <a:ext cx="172408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160" kern="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ANZEIGE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INF-Feed-1-MeinAlltag_fertig_1080x1350</dc:title>
  <dc:subject>PptxGenJS Presentation</dc:subject>
  <dc:creator>healthleticx</dc:creator>
  <cp:lastModifiedBy>healthleticx</cp:lastModifiedBy>
  <cp:revision>1</cp:revision>
  <dcterms:created xsi:type="dcterms:W3CDTF">2026-10-22T10:36:31Z</dcterms:created>
  <dcterms:modified xsi:type="dcterms:W3CDTF">2026-10-22T10:36:31Z</dcterms:modified>
</cp:coreProperties>
</file>