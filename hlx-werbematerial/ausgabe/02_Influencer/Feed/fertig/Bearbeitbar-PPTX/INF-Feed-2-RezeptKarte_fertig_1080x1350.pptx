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Feed-2-RezeptKarte_fertig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04900" y="8801100"/>
            <a:ext cx="385363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27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SCHNELL &amp; LECKER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1104900" y="10744200"/>
            <a:ext cx="727174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kcal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171825" y="10744200"/>
            <a:ext cx="113954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Protein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238750" y="10744200"/>
            <a:ext cx="1359753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Kohlenh.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05675" y="10744200"/>
            <a:ext cx="70020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Fett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1559" y="11363325"/>
            <a:ext cx="3095149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 in HLX Together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19150" y="7429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INF-Feed-2-RezeptKarte_fertig_1080x1350</dc:title>
  <dc:subject>PptxGenJS Presentation</dc:subject>
  <dc:creator>healthleticx</dc:creator>
  <cp:lastModifiedBy>healthleticx</cp:lastModifiedBy>
  <cp:revision>1</cp:revision>
  <dcterms:created xsi:type="dcterms:W3CDTF">2026-10-22T10:45:58Z</dcterms:created>
  <dcterms:modified xsi:type="dcterms:W3CDTF">2026-10-22T10:45:58Z</dcterms:modified>
</cp:coreProperties>
</file>