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Feed-2-RezeptKarte_fertig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4900" y="8801100"/>
            <a:ext cx="38536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27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SCHNELL &amp; LECKER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04900" y="10744200"/>
            <a:ext cx="72717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kcal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171825" y="10744200"/>
            <a:ext cx="113954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8750" y="10744200"/>
            <a:ext cx="135975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Kohlenh.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05675" y="10744200"/>
            <a:ext cx="70020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Fett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1559" y="11363325"/>
            <a:ext cx="309514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 in HLX Together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9150" y="7429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INF-Feed-2-RezeptKarte_fertig_1080x1350</dc:title>
  <dc:subject>PptxGenJS Presentation</dc:subject>
  <dc:creator>healthleticx</dc:creator>
  <cp:lastModifiedBy>healthleticx</cp:lastModifiedBy>
  <cp:revision>1</cp:revision>
  <dcterms:created xsi:type="dcterms:W3CDTF">2026-10-22T10:36:31Z</dcterms:created>
  <dcterms:modified xsi:type="dcterms:W3CDTF">2026-10-22T10:36:31Z</dcterms:modified>
</cp:coreProperties>
</file>