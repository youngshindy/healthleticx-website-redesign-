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WirSuchenCoaches_Story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5137" y="3619500"/>
            <a:ext cx="7136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 TRAINER &amp; COACHES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46963" y="4086225"/>
            <a:ext cx="9592925" cy="245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0" b="1" spc="-9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suchen</a:t>
            </a:r>
            <a:endParaRPr lang="en-US" sz="9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0" b="1" spc="-9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Coaches.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88880" y="6715125"/>
            <a:ext cx="1010924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Coache auf Augenhöhe, mit HLX Together an deiner Seite.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2154436" y="8591550"/>
            <a:ext cx="397758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 Trainer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2154436" y="9399240"/>
            <a:ext cx="489430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Ernährungscoaches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2154436" y="10206930"/>
            <a:ext cx="394043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Online-Coaches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154436" y="11014621"/>
            <a:ext cx="436530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Online und vor Ort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2680246" y="14363700"/>
            <a:ext cx="610213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Jetzt Interesse anmelden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3759696" y="15278100"/>
            <a:ext cx="35116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COA-WirSuchenCoaches_Story_1080x1920</dc:title>
  <dc:subject>PptxGenJS Presentation</dc:subject>
  <dc:creator>healthleticx</dc:creator>
  <cp:lastModifiedBy>healthleticx</cp:lastModifiedBy>
  <cp:revision>1</cp:revision>
  <dcterms:created xsi:type="dcterms:W3CDTF">2026-10-22T10:45:47Z</dcterms:created>
  <dcterms:modified xsi:type="dcterms:W3CDTF">2026-10-22T10:45:47Z</dcterms:modified>
</cp:coreProperties>
</file>