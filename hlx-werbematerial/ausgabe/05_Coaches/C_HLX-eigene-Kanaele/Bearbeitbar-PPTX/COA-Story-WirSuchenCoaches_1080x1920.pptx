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COA-Story-WirSuchenCoaches_1080x192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3516" y="3810000"/>
            <a:ext cx="759981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spc="34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PERSONAL TRAINER &amp; COACHES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38783" y="4333875"/>
            <a:ext cx="8809434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5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Wir suchen</a:t>
            </a:r>
            <a:endParaRPr lang="en-US" sz="8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250" b="1" spc="-8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dich.</a:t>
            </a:r>
            <a:endParaRPr lang="en-US" sz="8250" dirty="0"/>
          </a:p>
        </p:txBody>
      </p:sp>
      <p:sp>
        <p:nvSpPr>
          <p:cNvPr id="5" name="Text 2"/>
          <p:cNvSpPr/>
          <p:nvPr/>
        </p:nvSpPr>
        <p:spPr>
          <a:xfrm>
            <a:off x="1752600" y="8020050"/>
            <a:ext cx="6302335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Coaching auf Augenhöhe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1752600" y="8858250"/>
            <a:ext cx="6667202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Deine Klienten in einer App</a:t>
            </a:r>
            <a:endParaRPr lang="en-US" sz="3450" dirty="0"/>
          </a:p>
        </p:txBody>
      </p:sp>
      <p:sp>
        <p:nvSpPr>
          <p:cNvPr id="7" name="Text 4"/>
          <p:cNvSpPr/>
          <p:nvPr/>
        </p:nvSpPr>
        <p:spPr>
          <a:xfrm>
            <a:off x="1752600" y="9696450"/>
            <a:ext cx="4555153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Online und vor Ort</a:t>
            </a:r>
            <a:endParaRPr lang="en-US" sz="3450" dirty="0"/>
          </a:p>
        </p:txBody>
      </p:sp>
      <p:sp>
        <p:nvSpPr>
          <p:cNvPr id="8" name="Text 5"/>
          <p:cNvSpPr/>
          <p:nvPr/>
        </p:nvSpPr>
        <p:spPr>
          <a:xfrm>
            <a:off x="1752600" y="10534650"/>
            <a:ext cx="4538722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Marke mit Haltung</a:t>
            </a:r>
            <a:endParaRPr lang="en-US" sz="3450" dirty="0"/>
          </a:p>
        </p:txBody>
      </p:sp>
      <p:sp>
        <p:nvSpPr>
          <p:cNvPr id="9" name="Text 6"/>
          <p:cNvSpPr/>
          <p:nvPr/>
        </p:nvSpPr>
        <p:spPr>
          <a:xfrm>
            <a:off x="3212753" y="14363700"/>
            <a:ext cx="482411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Interesse anmelden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3462486" y="15278100"/>
            <a:ext cx="42247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Link in Bio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COA-Story-WirSuchenCoaches_1080x1920</dc:title>
  <dc:subject>PptxGenJS Presentation</dc:subject>
  <dc:creator>healthleticx</dc:creator>
  <cp:lastModifiedBy>healthleticx</cp:lastModifiedBy>
  <cp:revision>1</cp:revision>
  <dcterms:created xsi:type="dcterms:W3CDTF">2026-10-22T10:36:42Z</dcterms:created>
  <dcterms:modified xsi:type="dcterms:W3CDTF">2026-10-22T10:36:42Z</dcterms:modified>
</cp:coreProperties>
</file>