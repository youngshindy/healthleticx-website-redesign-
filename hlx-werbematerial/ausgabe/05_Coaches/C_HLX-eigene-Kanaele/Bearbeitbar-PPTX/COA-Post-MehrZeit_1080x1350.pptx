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COA-Post-MehrZeit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2000250"/>
            <a:ext cx="303978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COACHES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505075"/>
            <a:ext cx="10393918" cy="278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Weniger Tabellen.</a:t>
            </a:r>
            <a:endParaRPr lang="en-US" sz="6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Mehr Coaching.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800100" y="5495925"/>
            <a:ext cx="955863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Vorlagen, Rezepte und KI-Meal-Plan sparen dir Zeit.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125766" y="11649075"/>
            <a:ext cx="372094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Interesse anmelden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COA-Post-MehrZeit_1080x1350</dc:title>
  <dc:subject>PptxGenJS Presentation</dc:subject>
  <dc:creator>healthleticx</dc:creator>
  <cp:lastModifiedBy>healthleticx</cp:lastModifiedBy>
  <cp:revision>1</cp:revision>
  <dcterms:created xsi:type="dcterms:W3CDTF">2026-10-22T10:46:18Z</dcterms:created>
  <dcterms:modified xsi:type="dcterms:W3CDTF">2026-10-22T10:46:18Z</dcterms:modified>
</cp:coreProperties>
</file>