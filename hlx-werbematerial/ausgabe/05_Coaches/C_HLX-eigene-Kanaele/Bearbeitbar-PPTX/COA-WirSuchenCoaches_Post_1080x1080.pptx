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0287000"/>
  <p:notesSz cx="10287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COA-WirSuchenCoaches_Post_1080x108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" y="1619250"/>
            <a:ext cx="588514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50" b="1" spc="26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PERSONAL TRAINER &amp; COACHES</a:t>
            </a:r>
            <a:endParaRPr lang="en-US" sz="1850" dirty="0"/>
          </a:p>
        </p:txBody>
      </p:sp>
      <p:sp>
        <p:nvSpPr>
          <p:cNvPr id="4" name="Text 1"/>
          <p:cNvSpPr/>
          <p:nvPr/>
        </p:nvSpPr>
        <p:spPr>
          <a:xfrm>
            <a:off x="800100" y="2010073"/>
            <a:ext cx="7712512" cy="198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Wir suchen</a:t>
            </a:r>
            <a:endParaRPr lang="en-US" sz="7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Coaches.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800100" y="4118074"/>
            <a:ext cx="8322409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9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Coache auf Augenhöhe, mit HLX Together an deiner Seite.</a:t>
            </a:r>
            <a:endParaRPr lang="en-US" sz="2090" dirty="0"/>
          </a:p>
        </p:txBody>
      </p:sp>
      <p:sp>
        <p:nvSpPr>
          <p:cNvPr id="6" name="Text 3"/>
          <p:cNvSpPr/>
          <p:nvPr/>
        </p:nvSpPr>
        <p:spPr>
          <a:xfrm>
            <a:off x="1343323" y="5356920"/>
            <a:ext cx="2856012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32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Personal Trainer</a:t>
            </a:r>
            <a:endParaRPr lang="en-US" sz="2320" dirty="0"/>
          </a:p>
        </p:txBody>
      </p:sp>
      <p:sp>
        <p:nvSpPr>
          <p:cNvPr id="7" name="Text 4"/>
          <p:cNvSpPr/>
          <p:nvPr/>
        </p:nvSpPr>
        <p:spPr>
          <a:xfrm>
            <a:off x="1343323" y="5966520"/>
            <a:ext cx="3501271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32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Ernährungscoaches</a:t>
            </a:r>
            <a:endParaRPr lang="en-US" sz="2320" dirty="0"/>
          </a:p>
        </p:txBody>
      </p:sp>
      <p:sp>
        <p:nvSpPr>
          <p:cNvPr id="8" name="Text 5"/>
          <p:cNvSpPr/>
          <p:nvPr/>
        </p:nvSpPr>
        <p:spPr>
          <a:xfrm>
            <a:off x="1343323" y="6576120"/>
            <a:ext cx="282975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32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Online-Coaches</a:t>
            </a:r>
            <a:endParaRPr lang="en-US" sz="2320" dirty="0"/>
          </a:p>
        </p:txBody>
      </p:sp>
      <p:sp>
        <p:nvSpPr>
          <p:cNvPr id="9" name="Text 6"/>
          <p:cNvSpPr/>
          <p:nvPr/>
        </p:nvSpPr>
        <p:spPr>
          <a:xfrm>
            <a:off x="1343323" y="7185720"/>
            <a:ext cx="3128903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32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Online und vor Ort</a:t>
            </a:r>
            <a:endParaRPr lang="en-US" sz="2320" dirty="0"/>
          </a:p>
        </p:txBody>
      </p:sp>
      <p:sp>
        <p:nvSpPr>
          <p:cNvPr id="10" name="Text 7"/>
          <p:cNvSpPr/>
          <p:nvPr/>
        </p:nvSpPr>
        <p:spPr>
          <a:xfrm>
            <a:off x="1219200" y="9153525"/>
            <a:ext cx="4694634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Jetzt Interesse anmelden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5658445" y="9186863"/>
            <a:ext cx="306871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healthleticx@web.de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COA-WirSuchenCoaches_Post_1080x1080</dc:title>
  <dc:subject>PptxGenJS Presentation</dc:subject>
  <dc:creator>healthleticx</dc:creator>
  <cp:lastModifiedBy>healthleticx</cp:lastModifiedBy>
  <cp:revision>1</cp:revision>
  <dcterms:created xsi:type="dcterms:W3CDTF">2026-10-22T10:36:23Z</dcterms:created>
  <dcterms:modified xsi:type="dcterms:W3CDTF">2026-10-22T10:36:23Z</dcterms:modified>
</cp:coreProperties>
</file>