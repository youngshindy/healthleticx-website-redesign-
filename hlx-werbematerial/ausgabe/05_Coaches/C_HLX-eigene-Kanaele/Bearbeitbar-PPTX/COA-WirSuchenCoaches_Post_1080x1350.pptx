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WirSuchenCoaches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809750"/>
            <a:ext cx="644199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30" b="1" spc="28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 &amp; COACHES</a:t>
            </a:r>
            <a:endParaRPr lang="en-US" sz="2030" dirty="0"/>
          </a:p>
        </p:txBody>
      </p:sp>
      <p:sp>
        <p:nvSpPr>
          <p:cNvPr id="4" name="Text 1"/>
          <p:cNvSpPr/>
          <p:nvPr/>
        </p:nvSpPr>
        <p:spPr>
          <a:xfrm>
            <a:off x="800100" y="2236440"/>
            <a:ext cx="8809434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8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Coaches.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800100" y="4640461"/>
            <a:ext cx="9115544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Coache auf Augenhöhe, mit HLX Together an deiner Seite.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59098" y="6486525"/>
            <a:ext cx="311693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359098" y="7103715"/>
            <a:ext cx="382541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Ernährungscoaches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59098" y="7720905"/>
            <a:ext cx="30881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Online-Coaches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359098" y="8338096"/>
            <a:ext cx="341643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 und vor Ort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219200" y="11572875"/>
            <a:ext cx="469463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Jetzt Interesse anmelden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58445" y="11606213"/>
            <a:ext cx="30687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COA-WirSuchenCoaches_Post_1080x1350</dc:title>
  <dc:subject>PptxGenJS Presentation</dc:subject>
  <dc:creator>healthleticx</dc:creator>
  <cp:lastModifiedBy>healthleticx</cp:lastModifiedBy>
  <cp:revision>1</cp:revision>
  <dcterms:created xsi:type="dcterms:W3CDTF">2026-10-22T10:45:48Z</dcterms:created>
  <dcterms:modified xsi:type="dcterms:W3CDTF">2026-10-22T10:45:48Z</dcterms:modified>
</cp:coreProperties>
</file>