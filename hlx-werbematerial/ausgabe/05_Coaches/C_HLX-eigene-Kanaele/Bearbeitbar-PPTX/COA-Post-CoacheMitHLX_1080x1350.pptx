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COA-Post-CoacheMitHLX_1080x1350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2000250"/>
            <a:ext cx="303978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spc="29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FÜR COACHES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800100" y="2505075"/>
            <a:ext cx="9222165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0" b="1" spc="-7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Coache mit</a:t>
            </a:r>
            <a:endParaRPr lang="en-US" sz="6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6900" b="1" spc="-7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HLX Together.</a:t>
            </a:r>
            <a:endParaRPr lang="en-US" sz="6900" dirty="0"/>
          </a:p>
        </p:txBody>
      </p:sp>
      <p:sp>
        <p:nvSpPr>
          <p:cNvPr id="5" name="Text 2"/>
          <p:cNvSpPr/>
          <p:nvPr/>
        </p:nvSpPr>
        <p:spPr>
          <a:xfrm>
            <a:off x="800100" y="4619625"/>
            <a:ext cx="9879390" cy="920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70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Plan, Ernährung und Routinen deiner Klienten in einer App.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125766" y="11649075"/>
            <a:ext cx="3720941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Interesse anmelden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COA-Post-CoacheMitHLX_1080x1350</dc:title>
  <dc:subject>PptxGenJS Presentation</dc:subject>
  <dc:creator>healthleticx</dc:creator>
  <cp:lastModifiedBy>healthleticx</cp:lastModifiedBy>
  <cp:revision>1</cp:revision>
  <dcterms:created xsi:type="dcterms:W3CDTF">2026-10-22T10:36:41Z</dcterms:created>
  <dcterms:modified xsi:type="dcterms:W3CDTF">2026-10-22T10:36:41Z</dcterms:modified>
</cp:coreProperties>
</file>