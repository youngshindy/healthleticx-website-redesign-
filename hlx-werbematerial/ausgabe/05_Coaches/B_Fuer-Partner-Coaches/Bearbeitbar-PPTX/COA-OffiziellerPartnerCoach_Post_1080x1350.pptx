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2858750"/>
  <p:notesSz cx="1285875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ealthleticx-website-redesign-/hlx-werbematerial/.build/COA-OffiziellerPartnerCoach_Post_1080x1350_bg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0100" y="1905000"/>
            <a:ext cx="3582353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b="1" spc="290" kern="0" dirty="0">
                <a:solidFill>
                  <a:srgbClr val="FFFF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NEU &amp; OFFIZIELL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800100" y="2390775"/>
            <a:ext cx="4715708" cy="175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300" b="1" spc="-60" kern="0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Offiziell</a:t>
            </a:r>
            <a:endParaRPr lang="en-US" sz="63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6300" b="1" spc="-60" kern="0" dirty="0">
                <a:solidFill>
                  <a:srgbClr val="FFFF00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dabei.</a:t>
            </a:r>
            <a:endParaRPr lang="en-US" sz="6300" dirty="0"/>
          </a:p>
        </p:txBody>
      </p:sp>
      <p:sp>
        <p:nvSpPr>
          <p:cNvPr id="5" name="Text 2"/>
          <p:cNvSpPr/>
          <p:nvPr/>
        </p:nvSpPr>
        <p:spPr>
          <a:xfrm>
            <a:off x="3815789" y="5118646"/>
            <a:ext cx="2655272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10" b="1" spc="310" kern="0" dirty="0">
                <a:solidFill>
                  <a:srgbClr val="04201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OFFIZIELLER</a:t>
            </a:r>
            <a:endParaRPr lang="en-US" sz="1910" dirty="0"/>
          </a:p>
        </p:txBody>
      </p:sp>
      <p:sp>
        <p:nvSpPr>
          <p:cNvPr id="6" name="Text 3"/>
          <p:cNvSpPr/>
          <p:nvPr/>
        </p:nvSpPr>
        <p:spPr>
          <a:xfrm>
            <a:off x="2392561" y="5444282"/>
            <a:ext cx="5501878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830" b="1" spc="-40" kern="0" dirty="0">
                <a:solidFill>
                  <a:srgbClr val="04201B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Partner-Coach</a:t>
            </a:r>
            <a:endParaRPr lang="en-US" sz="3830" dirty="0"/>
          </a:p>
        </p:txBody>
      </p:sp>
      <p:sp>
        <p:nvSpPr>
          <p:cNvPr id="7" name="Text 4"/>
          <p:cNvSpPr/>
          <p:nvPr/>
        </p:nvSpPr>
        <p:spPr>
          <a:xfrm>
            <a:off x="168012" y="8467725"/>
            <a:ext cx="9950827" cy="836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Ich coache ab sofort mit HLX Together: Plan, Ernährung und Routinen in einer App.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800100" y="11601450"/>
            <a:ext cx="5203448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FFFF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Coach Vorname · @deinhandle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4746724" y="11534775"/>
            <a:ext cx="5398651" cy="409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04201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Schreib mir für dein Coaching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7200900" y="57150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FFFFFF">
              <a:alpha val="15000"/>
            </a:srgbClr>
          </a:solidFill>
          <a:ln w="19050">
            <a:solidFill>
              <a:srgbClr val="FFFF00"/>
            </a:solidFill>
            <a:prstDash val="dash"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84" b="1" dirty="0">
                <a:solidFill>
                  <a:srgbClr val="FFFF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Dein Logo hier einfügen</a:t>
            </a:r>
            <a:endParaRPr lang="en-US" sz="1584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COA-OffiziellerPartnerCoach_Post_1080x1350</dc:title>
  <dc:subject>PptxGenJS Presentation</dc:subject>
  <dc:creator>healthleticx</dc:creator>
  <cp:lastModifiedBy>healthleticx</cp:lastModifiedBy>
  <cp:revision>1</cp:revision>
  <dcterms:created xsi:type="dcterms:W3CDTF">2026-10-22T10:45:42Z</dcterms:created>
  <dcterms:modified xsi:type="dcterms:W3CDTF">2026-10-22T10:45:42Z</dcterms:modified>
</cp:coreProperties>
</file>