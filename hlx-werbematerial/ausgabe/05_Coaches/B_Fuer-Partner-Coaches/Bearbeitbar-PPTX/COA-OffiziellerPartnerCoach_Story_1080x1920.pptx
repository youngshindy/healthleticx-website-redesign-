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COA-OffiziellerPartnerCoach_Story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31073" y="3619500"/>
            <a:ext cx="382470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NEU &amp; OFFIZIELL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2462406" y="4152900"/>
            <a:ext cx="5362039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Offiziell</a:t>
            </a:r>
            <a:endParaRPr lang="en-US" sz="7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dabei.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3598426" y="7467600"/>
            <a:ext cx="309014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60" kern="0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OFFIZIELLER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923931" y="7858125"/>
            <a:ext cx="6439138" cy="704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500" b="1" spc="-40" kern="0" dirty="0">
                <a:solidFill>
                  <a:srgbClr val="04201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Partner-Coach</a:t>
            </a:r>
            <a:endParaRPr lang="en-US" sz="4500" dirty="0"/>
          </a:p>
        </p:txBody>
      </p:sp>
      <p:sp>
        <p:nvSpPr>
          <p:cNvPr id="7" name="Text 4"/>
          <p:cNvSpPr/>
          <p:nvPr/>
        </p:nvSpPr>
        <p:spPr>
          <a:xfrm>
            <a:off x="754514" y="11010900"/>
            <a:ext cx="8777823" cy="973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285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Ich coache ab sofort mit HLX Together: Plan, Ernährung und Routinen in einer App.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2040553" y="12954000"/>
            <a:ext cx="620589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70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Coach Vorname · @deinhandle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2430959" y="14344650"/>
            <a:ext cx="6700599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Schreib mir für dein Coaching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977134" y="15301317"/>
            <a:ext cx="145958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spc="70" kern="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857250" y="2000250"/>
            <a:ext cx="2476500" cy="952500"/>
          </a:xfrm>
          <a:prstGeom prst="roundRect">
            <a:avLst>
              <a:gd name="adj" fmla="val 7680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00"/>
            </a:solidFill>
            <a:prstDash val="dash"/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Dein Logo hier einfügen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COA-OffiziellerPartnerCoach_Story_1080x1920</dc:title>
  <dc:subject>PptxGenJS Presentation</dc:subject>
  <dc:creator>healthleticx</dc:creator>
  <cp:lastModifiedBy>healthleticx</cp:lastModifiedBy>
  <cp:revision>1</cp:revision>
  <dcterms:created xsi:type="dcterms:W3CDTF">2026-10-22T10:45:42Z</dcterms:created>
  <dcterms:modified xsi:type="dcterms:W3CDTF">2026-10-22T10:45:42Z</dcterms:modified>
</cp:coreProperties>
</file>