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OffiziellerPartnerCoach_Story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31073" y="3619500"/>
            <a:ext cx="382470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&amp; OFFIZIELL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2462406" y="4152900"/>
            <a:ext cx="5362039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Offiziell</a:t>
            </a:r>
            <a:endParaRPr lang="en-US" sz="7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dabei.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3598426" y="7467600"/>
            <a:ext cx="3090148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6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OFFIZIELLER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1923931" y="7858125"/>
            <a:ext cx="6439138" cy="704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500" b="1" spc="-4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Partner-Coach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754514" y="11010900"/>
            <a:ext cx="8777823" cy="97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8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Ich coache ab sofort mit HLX Together: Plan, Ernährung und Routinen in einer App.</a:t>
            </a:r>
            <a:endParaRPr lang="en-US" sz="2850" dirty="0"/>
          </a:p>
        </p:txBody>
      </p:sp>
      <p:sp>
        <p:nvSpPr>
          <p:cNvPr id="8" name="Text 5"/>
          <p:cNvSpPr/>
          <p:nvPr/>
        </p:nvSpPr>
        <p:spPr>
          <a:xfrm>
            <a:off x="2040553" y="12954000"/>
            <a:ext cx="620589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Coach Vorname · @deinhandle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2430959" y="14344650"/>
            <a:ext cx="6700599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Schreib mir für dein Coaching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977134" y="15301317"/>
            <a:ext cx="14595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spc="7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130" dirty="0"/>
          </a:p>
        </p:txBody>
      </p:sp>
      <p:sp>
        <p:nvSpPr>
          <p:cNvPr id="11" name="Text 8"/>
          <p:cNvSpPr/>
          <p:nvPr/>
        </p:nvSpPr>
        <p:spPr>
          <a:xfrm>
            <a:off x="857250" y="2000250"/>
            <a:ext cx="2476500" cy="952500"/>
          </a:xfrm>
          <a:prstGeom prst="roundRect">
            <a:avLst>
              <a:gd name="adj" fmla="val 7680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 Logo hier einfügen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COA-OffiziellerPartnerCoach_Story_1080x1920</dc:title>
  <dc:subject>PptxGenJS Presentation</dc:subject>
  <dc:creator>healthleticx</dc:creator>
  <cp:lastModifiedBy>healthleticx</cp:lastModifiedBy>
  <cp:revision>1</cp:revision>
  <dcterms:created xsi:type="dcterms:W3CDTF">2026-10-22T10:36:16Z</dcterms:created>
  <dcterms:modified xsi:type="dcterms:W3CDTF">2026-10-22T10:36:16Z</dcterms:modified>
</cp:coreProperties>
</file>