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906125"/>
  <p:notesSz cx="10906125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COA-Info-A4_fuer-Coaches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772400" cy="10906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5898" y="1576239"/>
            <a:ext cx="33607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spc="13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PERSONAL TRAINER &amp; COACHES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55898" y="1798439"/>
            <a:ext cx="4117419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3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Coache mit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000" b="1" spc="-3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HLX Together.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55898" y="2778472"/>
            <a:ext cx="5023604" cy="412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Deine Klienten haben Plan, Ernährung und Routinen in einer App. Du hast mehr Zeit für das, was zählt: echtes Coaching auf Augenhöhe.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232892" y="4010025"/>
            <a:ext cx="19944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Alles in einer App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32892" y="4210199"/>
            <a:ext cx="2808149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Training, Ernährung, Rezepte, Schlaf und Gewicht an einem Ort.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629001" y="4010025"/>
            <a:ext cx="221146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Fortschritt sichtbar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29001" y="4210199"/>
            <a:ext cx="2922091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Einheiten, Makros und Streaks zeigen, was wirkt.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297186" y="4826496"/>
            <a:ext cx="19871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Weniger Tabellen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97186" y="5026670"/>
            <a:ext cx="2977098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Vorlagen, Rezepte und KI-Meal-Plan sparen dir Zeit.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98491" y="4826496"/>
            <a:ext cx="262776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Eine Marke mit Haltung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98491" y="5026670"/>
            <a:ext cx="2475071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Balance statt Verbote. Ehrlich, ohne Heilversprechen.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273522" y="5642967"/>
            <a:ext cx="185445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Online &amp; vor Ort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73522" y="5843141"/>
            <a:ext cx="2554367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Online-Coaching genauso wie für Personal Training.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611886" y="5642967"/>
            <a:ext cx="26999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Werbematerial inklusive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611886" y="5843141"/>
            <a:ext cx="2825294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Fertige Vorlagen für Social, Flyer und QR-Aufsteller.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55898" y="6629846"/>
            <a:ext cx="400204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Werde Teil von healthleticx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55898" y="7117705"/>
            <a:ext cx="40606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55898" y="7454205"/>
            <a:ext cx="152227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Interesse anmelden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915989" y="7117705"/>
            <a:ext cx="42999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2915989" y="7454205"/>
            <a:ext cx="159567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Kennenlerngespräch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76081" y="7117705"/>
            <a:ext cx="431602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076081" y="7454205"/>
            <a:ext cx="197804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Mit deinen Klienten starten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231678" y="9269760"/>
            <a:ext cx="438602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spc="-20" kern="0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Jetzt Interesse anmelden.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2231678" y="9576643"/>
            <a:ext cx="274064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healthleticx@web.de · @healthleticx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868418" y="10632728"/>
            <a:ext cx="8907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spc="4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HLX-COA-B01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COA-Info-A4_fuer-Coaches</dc:title>
  <dc:subject>PptxGenJS Presentation</dc:subject>
  <dc:creator>healthleticx</dc:creator>
  <cp:lastModifiedBy>healthleticx</cp:lastModifiedBy>
  <cp:revision>1</cp:revision>
  <dcterms:created xsi:type="dcterms:W3CDTF">2026-10-22T10:46:16Z</dcterms:created>
  <dcterms:modified xsi:type="dcterms:W3CDTF">2026-10-22T10:46:16Z</dcterms:modified>
</cp:coreProperties>
</file>