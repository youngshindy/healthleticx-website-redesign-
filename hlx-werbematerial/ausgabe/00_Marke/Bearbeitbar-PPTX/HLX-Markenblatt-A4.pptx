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HLX-Markenblatt-A4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82" y="1540371"/>
            <a:ext cx="29042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3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MARKENBLATT · HEALTHLETICX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19882" y="1762571"/>
            <a:ext cx="520219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Healthy &amp; Athletic.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19882" y="2309664"/>
            <a:ext cx="68336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Mission: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Gesundheit soll sich nicht nach Verzicht anfühlen, sondern nach Leben. Training, Ernährung und Mindset gehören zusammen, auf Augenhöhe und für jedes Level.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9882" y="3050530"/>
            <a:ext cx="111775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Farben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9882" y="4263628"/>
            <a:ext cx="10118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Waldgrün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9882" y="4424363"/>
            <a:ext cx="14985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#04201B · Hintergrund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285851" y="4263628"/>
            <a:ext cx="7134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Petrol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5851" y="4424363"/>
            <a:ext cx="18724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#08594A · App-Icon, Flächen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51821" y="4263628"/>
            <a:ext cx="110507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Signalgelb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51821" y="4424363"/>
            <a:ext cx="18869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#FFFF00 · Akzent, CTA, Logo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17790" y="4263628"/>
            <a:ext cx="11218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Nebelweiß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17790" y="4424363"/>
            <a:ext cx="1110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#EEF3EE · Text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9882" y="4889004"/>
            <a:ext cx="10904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Schrift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9882" y="5165229"/>
            <a:ext cx="2363986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Archivo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890986" y="5222379"/>
            <a:ext cx="376005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Überschriften: Archivo, Breite 125, sehr fett.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Fließtext: Archivo normal. Lizenz: SIL OFL (frei nutzbar).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9882" y="5915620"/>
            <a:ext cx="85201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Logo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67015" y="6661249"/>
            <a:ext cx="9661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b="1" spc="4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690" dirty="0"/>
          </a:p>
        </p:txBody>
      </p:sp>
      <p:sp>
        <p:nvSpPr>
          <p:cNvPr id="20" name="Text 17"/>
          <p:cNvSpPr/>
          <p:nvPr/>
        </p:nvSpPr>
        <p:spPr>
          <a:xfrm>
            <a:off x="881807" y="7345859"/>
            <a:ext cx="5818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Schutzraum rund ums Logo: mindestens die Höhe des „H“. Mindestbreite 25 mm bzw. 120 px.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81807" y="7517309"/>
            <a:ext cx="61501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Logo nicht verzerren, drehen, umfärben oder mit Effekten versehen. Nur Gelb, Weiß oder Waldgrün.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1807" y="7688759"/>
            <a:ext cx="47944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Markenname immer klein: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Kurzform: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App: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81807" y="7860209"/>
            <a:ext cx="54968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 nutzen „powered by HLX“ neben dem eigenen Logo, nicht in dessen Logo hinein.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9882" y="8291066"/>
            <a:ext cx="136939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Tonalität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19882" y="8686800"/>
            <a:ext cx="11974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Auf Augenhöhe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9882" y="8852446"/>
            <a:ext cx="1697474" cy="37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Wir duzen. Begleiter statt Besserwisser.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07791" y="8686800"/>
            <a:ext cx="159174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Balance statt Verbote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807791" y="8852446"/>
            <a:ext cx="2144137" cy="37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Kein Verzicht, keine Schuld, kein Druck.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95850" y="8686800"/>
            <a:ext cx="65341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Ehrlich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95850" y="8852446"/>
            <a:ext cx="1951434" cy="37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Keine Heilversprechen, keine garantierten Ergebnisse.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713637" y="10416778"/>
            <a:ext cx="8171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HLX-BRD-01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HLX-Markenblatt-A4</dc:title>
  <dc:subject>PptxGenJS Presentation</dc:subject>
  <dc:creator>healthleticx</dc:creator>
  <cp:lastModifiedBy>healthleticx</cp:lastModifiedBy>
  <cp:revision>1</cp:revision>
  <dcterms:created xsi:type="dcterms:W3CDTF">2026-10-22T10:45:10Z</dcterms:created>
  <dcterms:modified xsi:type="dcterms:W3CDTF">2026-10-22T10:45:10Z</dcterms:modified>
</cp:coreProperties>
</file>